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a1f9a33d164f54" /><Relationship Type="http://schemas.openxmlformats.org/officeDocument/2006/relationships/extended-properties" Target="/docProps/app.xml" Id="Rdc94b3dab8874607" /><Relationship Type="http://schemas.openxmlformats.org/officeDocument/2006/relationships/officeDocument" Target="/ppt/presentation.xml" Id="R3ea6b27ef14c45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7773d9a8354cca"/>
  </p:sldMasterIdLst>
  <p:notesMasterIdLst>
    <p:notesMasterId xmlns:r="http://schemas.openxmlformats.org/officeDocument/2006/relationships" r:id="Rd5f140746920404f"/>
  </p:notesMasterIdLst>
  <p:sldIdLst>
    <p:sldId xmlns:r="http://schemas.openxmlformats.org/officeDocument/2006/relationships" id="256" r:id="Rdd2021ebaf364e06"/>
    <p:sldId xmlns:r="http://schemas.openxmlformats.org/officeDocument/2006/relationships" id="257" r:id="R720d4d48cfd14d36"/>
    <p:sldId xmlns:r="http://schemas.openxmlformats.org/officeDocument/2006/relationships" id="258" r:id="R4fc73e3a7b6446d4"/>
    <p:sldId xmlns:r="http://schemas.openxmlformats.org/officeDocument/2006/relationships" id="259" r:id="Ra5ba75fe887241e3"/>
    <p:sldId xmlns:r="http://schemas.openxmlformats.org/officeDocument/2006/relationships" id="260" r:id="R28df6c97e34c44e4"/>
    <p:sldId xmlns:r="http://schemas.openxmlformats.org/officeDocument/2006/relationships" id="261" r:id="R0e36856305eb4b51"/>
    <p:sldId xmlns:r="http://schemas.openxmlformats.org/officeDocument/2006/relationships" id="262" r:id="Rf6ba933b244145a6"/>
    <p:sldId xmlns:r="http://schemas.openxmlformats.org/officeDocument/2006/relationships" id="263" r:id="R3b02de6bc8b946fb"/>
    <p:sldId xmlns:r="http://schemas.openxmlformats.org/officeDocument/2006/relationships" id="264" r:id="Ra4d56ffd13f14601"/>
    <p:sldId xmlns:r="http://schemas.openxmlformats.org/officeDocument/2006/relationships" id="265" r:id="R16d8a87ecf204ced"/>
    <p:sldId xmlns:r="http://schemas.openxmlformats.org/officeDocument/2006/relationships" id="266" r:id="Rd55ed494b5a742d8"/>
    <p:sldId xmlns:r="http://schemas.openxmlformats.org/officeDocument/2006/relationships" id="267" r:id="Re5a7e5662277481a"/>
    <p:sldId xmlns:r="http://schemas.openxmlformats.org/officeDocument/2006/relationships" id="268" r:id="Rc1b91b01b9a0435d"/>
    <p:sldId xmlns:r="http://schemas.openxmlformats.org/officeDocument/2006/relationships" id="269" r:id="R49f7f1863ca34c4f"/>
    <p:sldId xmlns:r="http://schemas.openxmlformats.org/officeDocument/2006/relationships" id="270" r:id="R3bddcd32a29a49f0"/>
    <p:sldId xmlns:r="http://schemas.openxmlformats.org/officeDocument/2006/relationships" id="271" r:id="R94c28aff741e4cd8"/>
    <p:sldId xmlns:r="http://schemas.openxmlformats.org/officeDocument/2006/relationships" id="272" r:id="Rd3cc7ef41b7545a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160b76a43f487a" /><Relationship Type="http://schemas.openxmlformats.org/officeDocument/2006/relationships/slideMaster" Target="/ppt/slideMasters/slideMaster1.xml" Id="R437773d9a8354cca" /><Relationship Type="http://schemas.openxmlformats.org/officeDocument/2006/relationships/notesMaster" Target="/ppt/notesMasters/notesMaster1.xml" Id="Rd5f140746920404f" /><Relationship Type="http://schemas.openxmlformats.org/officeDocument/2006/relationships/presProps" Target="/ppt/presProps.xml" Id="Rfd0ccca2c56c4433" /><Relationship Type="http://schemas.openxmlformats.org/officeDocument/2006/relationships/tableStyles" Target="/ppt/tableStyles.xml" Id="R28494a3365f14548" /><Relationship Type="http://schemas.openxmlformats.org/officeDocument/2006/relationships/slide" Target="/ppt/slides/slide1.xml" Id="Rdd2021ebaf364e06" /><Relationship Type="http://schemas.openxmlformats.org/officeDocument/2006/relationships/slide" Target="/ppt/slides/slide2.xml" Id="R720d4d48cfd14d36" /><Relationship Type="http://schemas.openxmlformats.org/officeDocument/2006/relationships/slide" Target="/ppt/slides/slide3.xml" Id="R4fc73e3a7b6446d4" /><Relationship Type="http://schemas.openxmlformats.org/officeDocument/2006/relationships/slide" Target="/ppt/slides/slide4.xml" Id="Ra5ba75fe887241e3" /><Relationship Type="http://schemas.openxmlformats.org/officeDocument/2006/relationships/slide" Target="/ppt/slides/slide5.xml" Id="R28df6c97e34c44e4" /><Relationship Type="http://schemas.openxmlformats.org/officeDocument/2006/relationships/slide" Target="/ppt/slides/slide6.xml" Id="R0e36856305eb4b51" /><Relationship Type="http://schemas.openxmlformats.org/officeDocument/2006/relationships/slide" Target="/ppt/slides/slide7.xml" Id="Rf6ba933b244145a6" /><Relationship Type="http://schemas.openxmlformats.org/officeDocument/2006/relationships/slide" Target="/ppt/slides/slide8.xml" Id="R3b02de6bc8b946fb" /><Relationship Type="http://schemas.openxmlformats.org/officeDocument/2006/relationships/slide" Target="/ppt/slides/slide9.xml" Id="Ra4d56ffd13f14601" /><Relationship Type="http://schemas.openxmlformats.org/officeDocument/2006/relationships/slide" Target="/ppt/slides/slide10.xml" Id="R16d8a87ecf204ced" /><Relationship Type="http://schemas.openxmlformats.org/officeDocument/2006/relationships/slide" Target="/ppt/slides/slide11.xml" Id="Rd55ed494b5a742d8" /><Relationship Type="http://schemas.openxmlformats.org/officeDocument/2006/relationships/slide" Target="/ppt/slides/slide12.xml" Id="Re5a7e5662277481a" /><Relationship Type="http://schemas.openxmlformats.org/officeDocument/2006/relationships/slide" Target="/ppt/slides/slide13.xml" Id="Rc1b91b01b9a0435d" /><Relationship Type="http://schemas.openxmlformats.org/officeDocument/2006/relationships/slide" Target="/ppt/slides/slide14.xml" Id="R49f7f1863ca34c4f" /><Relationship Type="http://schemas.openxmlformats.org/officeDocument/2006/relationships/slide" Target="/ppt/slides/slide15.xml" Id="R3bddcd32a29a49f0" /><Relationship Type="http://schemas.openxmlformats.org/officeDocument/2006/relationships/slide" Target="/ppt/slides/slide16.xml" Id="R94c28aff741e4cd8" /><Relationship Type="http://schemas.openxmlformats.org/officeDocument/2006/relationships/slide" Target="/ppt/slides/slide17.xml" Id="Rd3cc7ef41b7545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f3e308caa148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b09abdec084ebd" /><Relationship Type="http://schemas.openxmlformats.org/officeDocument/2006/relationships/notesMaster" Target="/ppt/notesMasters/notesMaster1.xml" Id="R3db400d7243444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ae10c656a94102" /><Relationship Type="http://schemas.openxmlformats.org/officeDocument/2006/relationships/notesMaster" Target="/ppt/notesMasters/notesMaster1.xml" Id="R0aef2a0e03fd48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15cb161d614b0b" /><Relationship Type="http://schemas.openxmlformats.org/officeDocument/2006/relationships/notesMaster" Target="/ppt/notesMasters/notesMaster1.xml" Id="R46fa99a788a849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0e47043e6f4fcb" /><Relationship Type="http://schemas.openxmlformats.org/officeDocument/2006/relationships/notesMaster" Target="/ppt/notesMasters/notesMaster1.xml" Id="R79a998f4c2154b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bebc8882c341b8" /><Relationship Type="http://schemas.openxmlformats.org/officeDocument/2006/relationships/notesMaster" Target="/ppt/notesMasters/notesMaster1.xml" Id="Rb43002858e5042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c23a1590f7477e" /><Relationship Type="http://schemas.openxmlformats.org/officeDocument/2006/relationships/notesMaster" Target="/ppt/notesMasters/notesMaster1.xml" Id="R031ec9a3d7c448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2dbce6556a4f28" /><Relationship Type="http://schemas.openxmlformats.org/officeDocument/2006/relationships/notesMaster" Target="/ppt/notesMasters/notesMaster1.xml" Id="R7a075309476e4e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03845c44724042" /><Relationship Type="http://schemas.openxmlformats.org/officeDocument/2006/relationships/notesMaster" Target="/ppt/notesMasters/notesMaster1.xml" Id="R273fb2d96c7445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2e5792844947a6" /><Relationship Type="http://schemas.openxmlformats.org/officeDocument/2006/relationships/notesMaster" Target="/ppt/notesMasters/notesMaster1.xml" Id="R18f84412464648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e6686cb7714d75" /><Relationship Type="http://schemas.openxmlformats.org/officeDocument/2006/relationships/notesMaster" Target="/ppt/notesMasters/notesMaster1.xml" Id="R79a2b517ef4041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2623cb2d594251" /><Relationship Type="http://schemas.openxmlformats.org/officeDocument/2006/relationships/notesMaster" Target="/ppt/notesMasters/notesMaster1.xml" Id="Rd40096099c3748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15d822f2a84e0c" /><Relationship Type="http://schemas.openxmlformats.org/officeDocument/2006/relationships/notesMaster" Target="/ppt/notesMasters/notesMaster1.xml" Id="R460370284de749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74ca51de8b41ab" /><Relationship Type="http://schemas.openxmlformats.org/officeDocument/2006/relationships/notesMaster" Target="/ppt/notesMasters/notesMaster1.xml" Id="R9f30c70eb425416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4fbdccf6324e0d" /><Relationship Type="http://schemas.openxmlformats.org/officeDocument/2006/relationships/notesMaster" Target="/ppt/notesMasters/notesMaster1.xml" Id="R29fc6643130f44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d48715c9ca48f3" /><Relationship Type="http://schemas.openxmlformats.org/officeDocument/2006/relationships/notesMaster" Target="/ppt/notesMasters/notesMaster1.xml" Id="R72ed230e26e541e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060c4498734680" /><Relationship Type="http://schemas.openxmlformats.org/officeDocument/2006/relationships/notesMaster" Target="/ppt/notesMasters/notesMaster1.xml" Id="Rf799081e18a9432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afecddaea34321" /><Relationship Type="http://schemas.openxmlformats.org/officeDocument/2006/relationships/notesMaster" Target="/ppt/notesMasters/notesMaster1.xml" Id="Rf73c60f794b74a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5daf9368942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0b59bb038a45c5" /><Relationship Type="http://schemas.openxmlformats.org/officeDocument/2006/relationships/slideLayout" Target="/ppt/slideLayouts/slideLayout1.xml" Id="Ra62fd307fa0244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2fd307fa0244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266e5c8e54ed8" /><Relationship Type="http://schemas.openxmlformats.org/officeDocument/2006/relationships/image" Target="/ppt/media/image.jpeg" Id="R2139dd2b99124343" /><Relationship Type="http://schemas.openxmlformats.org/officeDocument/2006/relationships/hyperlink" Target="../slides/slide2.xml" Id="Re111acfbbf91465a" /><Relationship Type="http://schemas.openxmlformats.org/officeDocument/2006/relationships/notesSlide" Target="/ppt/notesSlides/notesSlide1.xml" Id="R8ac8d4966bf249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671ae4fa940bb" /><Relationship Type="http://schemas.openxmlformats.org/officeDocument/2006/relationships/hyperlink" Target="../slides/slide2.xml" Id="R320aa1af10114427" /><Relationship Type="http://schemas.openxmlformats.org/officeDocument/2006/relationships/hyperlink" Target="../slides/slide1.xml" Id="R91f4a1fc3d4b4c01" /><Relationship Type="http://schemas.openxmlformats.org/officeDocument/2006/relationships/hyperlink" Target="../slides/slide3.xml" Id="Rf8187916255b4329" /><Relationship Type="http://schemas.openxmlformats.org/officeDocument/2006/relationships/hyperlink" Target="../slides/slide3.xml" Id="R0deaacfd311d4117" /><Relationship Type="http://schemas.openxmlformats.org/officeDocument/2006/relationships/hyperlink" Target="../slides/slide5.xml" Id="Rc9e8cb59ca2c484e" /><Relationship Type="http://schemas.openxmlformats.org/officeDocument/2006/relationships/hyperlink" Target="../slides/slide8.xml" Id="R4edb1dbcc7eb4ee5" /><Relationship Type="http://schemas.openxmlformats.org/officeDocument/2006/relationships/hyperlink" Target="../slides/slide10.xml" Id="Rf08139f2b0524d2d" /><Relationship Type="http://schemas.openxmlformats.org/officeDocument/2006/relationships/hyperlink" Target="../slides/slide12.xml" Id="Recfbf45b2de94e97" /><Relationship Type="http://schemas.openxmlformats.org/officeDocument/2006/relationships/hyperlink" Target="../slides/slide14.xml" Id="Rf3fbde7e0047415b" /><Relationship Type="http://schemas.openxmlformats.org/officeDocument/2006/relationships/notesSlide" Target="/ppt/notesSlides/notesSlide2.xml" Id="Rff6812f91c5c4e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320c4eded407d" /><Relationship Type="http://schemas.openxmlformats.org/officeDocument/2006/relationships/hyperlink" Target="../slides/slide2.xml" Id="Rf7d3b93fad0a4404" /><Relationship Type="http://schemas.openxmlformats.org/officeDocument/2006/relationships/hyperlink" Target="../slides/slide2.xml" Id="R9382dba4424b4f03" /><Relationship Type="http://schemas.openxmlformats.org/officeDocument/2006/relationships/hyperlink" Target="../slides/slide4.xml" Id="R67b28a9c3e434d6b" /><Relationship Type="http://schemas.openxmlformats.org/officeDocument/2006/relationships/image" Target="/ppt/media/image2.jpeg" Id="Rfe5769e2067d4db9" /><Relationship Type="http://schemas.openxmlformats.org/officeDocument/2006/relationships/notesSlide" Target="/ppt/notesSlides/notesSlide3.xml" Id="Rd21ca34b583048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950717a0a475b" /><Relationship Type="http://schemas.openxmlformats.org/officeDocument/2006/relationships/hyperlink" Target="../slides/slide2.xml" Id="Re63ae18abb98458e" /><Relationship Type="http://schemas.openxmlformats.org/officeDocument/2006/relationships/hyperlink" Target="../slides/slide3.xml" Id="R407cc8c635f04fc7" /><Relationship Type="http://schemas.openxmlformats.org/officeDocument/2006/relationships/hyperlink" Target="../slides/slide5.xml" Id="R753a0972783d444f" /><Relationship Type="http://schemas.openxmlformats.org/officeDocument/2006/relationships/image" Target="/ppt/media/image3.jpeg" Id="R3124adf18c6d4ab9" /><Relationship Type="http://schemas.openxmlformats.org/officeDocument/2006/relationships/notesSlide" Target="/ppt/notesSlides/notesSlide4.xml" Id="R53b7302078f840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da39102d64800" /><Relationship Type="http://schemas.openxmlformats.org/officeDocument/2006/relationships/hyperlink" Target="../slides/slide2.xml" Id="Rb516da028089413c" /><Relationship Type="http://schemas.openxmlformats.org/officeDocument/2006/relationships/hyperlink" Target="../slides/slide4.xml" Id="R6c74474e0f624e0a" /><Relationship Type="http://schemas.openxmlformats.org/officeDocument/2006/relationships/hyperlink" Target="../slides/slide6.xml" Id="R9e9fccdb5f2d4c82" /><Relationship Type="http://schemas.openxmlformats.org/officeDocument/2006/relationships/image" Target="/ppt/media/image4.jpeg" Id="Rea30b48ecaf34aa1" /><Relationship Type="http://schemas.openxmlformats.org/officeDocument/2006/relationships/notesSlide" Target="/ppt/notesSlides/notesSlide5.xml" Id="Rbfc363a2b4964b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e93d86da44997" /><Relationship Type="http://schemas.openxmlformats.org/officeDocument/2006/relationships/hyperlink" Target="../slides/slide2.xml" Id="R76adc38c71c44b40" /><Relationship Type="http://schemas.openxmlformats.org/officeDocument/2006/relationships/hyperlink" Target="../slides/slide5.xml" Id="R4a2902a5b2154073" /><Relationship Type="http://schemas.openxmlformats.org/officeDocument/2006/relationships/hyperlink" Target="../slides/slide7.xml" Id="R6f1287a499ef49e4" /><Relationship Type="http://schemas.openxmlformats.org/officeDocument/2006/relationships/image" Target="/ppt/media/image5.jpeg" Id="R98ad46d556eb47ef" /><Relationship Type="http://schemas.openxmlformats.org/officeDocument/2006/relationships/notesSlide" Target="/ppt/notesSlides/notesSlide6.xml" Id="R905f1e094bb149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a2aa7675a44e9" /><Relationship Type="http://schemas.openxmlformats.org/officeDocument/2006/relationships/hyperlink" Target="../slides/slide2.xml" Id="Reb9d98d641cb4363" /><Relationship Type="http://schemas.openxmlformats.org/officeDocument/2006/relationships/hyperlink" Target="../slides/slide6.xml" Id="Reb5c3894190e4c2e" /><Relationship Type="http://schemas.openxmlformats.org/officeDocument/2006/relationships/hyperlink" Target="../slides/slide8.xml" Id="R562ea0a984804026" /><Relationship Type="http://schemas.openxmlformats.org/officeDocument/2006/relationships/notesSlide" Target="/ppt/notesSlides/notesSlide7.xml" Id="R11897a3749e749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ab75d1f3948b5" /><Relationship Type="http://schemas.openxmlformats.org/officeDocument/2006/relationships/hyperlink" Target="../slides/slide2.xml" Id="Rdad76ccaeeac41ee" /><Relationship Type="http://schemas.openxmlformats.org/officeDocument/2006/relationships/hyperlink" Target="../slides/slide7.xml" Id="Rb638a5adcfc4484a" /><Relationship Type="http://schemas.openxmlformats.org/officeDocument/2006/relationships/hyperlink" Target="../slides/slide9.xml" Id="R5110342e66e54abb" /><Relationship Type="http://schemas.openxmlformats.org/officeDocument/2006/relationships/image" Target="/ppt/media/image6.jpeg" Id="R276f41f3f4c041fd" /><Relationship Type="http://schemas.openxmlformats.org/officeDocument/2006/relationships/notesSlide" Target="/ppt/notesSlides/notesSlide8.xml" Id="Rb4f09f326bc349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4bc5ba9dd4fb5" /><Relationship Type="http://schemas.openxmlformats.org/officeDocument/2006/relationships/hyperlink" Target="../slides/slide2.xml" Id="R37c9ef883d3a4928" /><Relationship Type="http://schemas.openxmlformats.org/officeDocument/2006/relationships/hyperlink" Target="../slides/slide8.xml" Id="Rbd343e1599964c98" /><Relationship Type="http://schemas.openxmlformats.org/officeDocument/2006/relationships/hyperlink" Target="../slides/slide10.xml" Id="R55d591b9cc9745ae" /><Relationship Type="http://schemas.openxmlformats.org/officeDocument/2006/relationships/notesSlide" Target="/ppt/notesSlides/notesSlide9.xml" Id="R76689460393540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42fcdb74c4dce" /><Relationship Type="http://schemas.openxmlformats.org/officeDocument/2006/relationships/hyperlink" Target="../slides/slide2.xml" Id="R43cada0ef28b4dc8" /><Relationship Type="http://schemas.openxmlformats.org/officeDocument/2006/relationships/hyperlink" Target="../slides/slide9.xml" Id="R385ad40851774134" /><Relationship Type="http://schemas.openxmlformats.org/officeDocument/2006/relationships/hyperlink" Target="../slides/slide11.xml" Id="R04c5816c47594a24" /><Relationship Type="http://schemas.openxmlformats.org/officeDocument/2006/relationships/image" Target="/ppt/media/image7.jpeg" Id="R5ee18b365a6243fc" /><Relationship Type="http://schemas.openxmlformats.org/officeDocument/2006/relationships/notesSlide" Target="/ppt/notesSlides/notesSlide10.xml" Id="Raeb8fb8107b84d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1060d7f1a420f" /><Relationship Type="http://schemas.openxmlformats.org/officeDocument/2006/relationships/hyperlink" Target="../slides/slide2.xml" Id="R2ff3b2de8d594de3" /><Relationship Type="http://schemas.openxmlformats.org/officeDocument/2006/relationships/hyperlink" Target="../slides/slide10.xml" Id="Rb3b1e6a65cf942fb" /><Relationship Type="http://schemas.openxmlformats.org/officeDocument/2006/relationships/hyperlink" Target="../slides/slide12.xml" Id="Rc9eae034ccaa4ab2" /><Relationship Type="http://schemas.openxmlformats.org/officeDocument/2006/relationships/image" Target="/ppt/media/image8.jpeg" Id="R364044d093964b99" /><Relationship Type="http://schemas.openxmlformats.org/officeDocument/2006/relationships/notesSlide" Target="/ppt/notesSlides/notesSlide11.xml" Id="Rc8c4e1b5869f45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37430e1e14e82" /><Relationship Type="http://schemas.openxmlformats.org/officeDocument/2006/relationships/hyperlink" Target="../slides/slide2.xml" Id="R4ceb55811221444c" /><Relationship Type="http://schemas.openxmlformats.org/officeDocument/2006/relationships/hyperlink" Target="../slides/slide11.xml" Id="Re7ea4b18efb848c7" /><Relationship Type="http://schemas.openxmlformats.org/officeDocument/2006/relationships/hyperlink" Target="../slides/slide13.xml" Id="R33c9617e940f4827" /><Relationship Type="http://schemas.openxmlformats.org/officeDocument/2006/relationships/image" Target="/ppt/media/image9.jpeg" Id="Rb96db042a8f14391" /><Relationship Type="http://schemas.openxmlformats.org/officeDocument/2006/relationships/notesSlide" Target="/ppt/notesSlides/notesSlide12.xml" Id="R8d250caf3a4948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fe8b1077147e9" /><Relationship Type="http://schemas.openxmlformats.org/officeDocument/2006/relationships/hyperlink" Target="../slides/slide2.xml" Id="R2fa2a812bc7f4cd2" /><Relationship Type="http://schemas.openxmlformats.org/officeDocument/2006/relationships/hyperlink" Target="../slides/slide12.xml" Id="Reb3840c7ccd64074" /><Relationship Type="http://schemas.openxmlformats.org/officeDocument/2006/relationships/hyperlink" Target="../slides/slide14.xml" Id="Re8cb5b271c364cd5" /><Relationship Type="http://schemas.openxmlformats.org/officeDocument/2006/relationships/image" Target="/ppt/media/image10.jpeg" Id="R6a1a62b3a6114e2e" /><Relationship Type="http://schemas.openxmlformats.org/officeDocument/2006/relationships/notesSlide" Target="/ppt/notesSlides/notesSlide13.xml" Id="R1d9196ac2d3d42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00ac35fcb4dc6" /><Relationship Type="http://schemas.openxmlformats.org/officeDocument/2006/relationships/hyperlink" Target="../slides/slide2.xml" Id="Rbd37e282bff04998" /><Relationship Type="http://schemas.openxmlformats.org/officeDocument/2006/relationships/hyperlink" Target="../slides/slide13.xml" Id="Rf72e0bc1c03b4ba0" /><Relationship Type="http://schemas.openxmlformats.org/officeDocument/2006/relationships/hyperlink" Target="../slides/slide15.xml" Id="R3d98db48dbf44c26" /><Relationship Type="http://schemas.openxmlformats.org/officeDocument/2006/relationships/image" Target="/ppt/media/image11.jpeg" Id="R99ed60b1ad234514" /><Relationship Type="http://schemas.openxmlformats.org/officeDocument/2006/relationships/notesSlide" Target="/ppt/notesSlides/notesSlide14.xml" Id="R9803df6824a84f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6a9924b24460c" /><Relationship Type="http://schemas.openxmlformats.org/officeDocument/2006/relationships/hyperlink" Target="../slides/slide2.xml" Id="Rf314b405d9914a51" /><Relationship Type="http://schemas.openxmlformats.org/officeDocument/2006/relationships/hyperlink" Target="../slides/slide14.xml" Id="R085b2028c2c84e30" /><Relationship Type="http://schemas.openxmlformats.org/officeDocument/2006/relationships/hyperlink" Target="../slides/slide16.xml" Id="Rc57fff7739244316" /><Relationship Type="http://schemas.openxmlformats.org/officeDocument/2006/relationships/image" Target="/ppt/media/image12.jpeg" Id="R9a6b71c4f9964a7a" /><Relationship Type="http://schemas.openxmlformats.org/officeDocument/2006/relationships/notesSlide" Target="/ppt/notesSlides/notesSlide15.xml" Id="R101ba3160aa44a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c2bc144364b7c" /><Relationship Type="http://schemas.openxmlformats.org/officeDocument/2006/relationships/hyperlink" Target="../slides/slide2.xml" Id="R4bbf9b654a884c7d" /><Relationship Type="http://schemas.openxmlformats.org/officeDocument/2006/relationships/hyperlink" Target="../slides/slide15.xml" Id="Re7c8885fb3d947d6" /><Relationship Type="http://schemas.openxmlformats.org/officeDocument/2006/relationships/hyperlink" Target="../slides/slide17.xml" Id="Rb45941a4488042c0" /><Relationship Type="http://schemas.openxmlformats.org/officeDocument/2006/relationships/notesSlide" Target="/ppt/notesSlides/notesSlide16.xml" Id="Rf8eab815514749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41237899c446f" /><Relationship Type="http://schemas.openxmlformats.org/officeDocument/2006/relationships/hyperlink" Target="../slides/slide2.xml" Id="R0736cb8d1d3d477b" /><Relationship Type="http://schemas.openxmlformats.org/officeDocument/2006/relationships/hyperlink" Target="../slides/slide16.xml" Id="R6fc8a5703c474fb7" /><Relationship Type="http://schemas.openxmlformats.org/officeDocument/2006/relationships/hyperlink" Target="../slides/slide2.xml" Id="Ra96a2d97b5b04918" /><Relationship Type="http://schemas.openxmlformats.org/officeDocument/2006/relationships/notesSlide" Target="/ppt/notesSlides/notesSlide17.xml" Id="R805b7d99d1744f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1768B-1A91-4C02-B003-9DDEDFFB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45"/>
          </a:solidFill>
          <a:ln xmlns:a="http://schemas.openxmlformats.org/drawingml/2006/main" w="0">
            <a:solidFill>
              <a:srgbClr val="071A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66FDD-3054-4157-B335-482960D0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LEAK TRACKER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6DB80-FCC7-4FD5-8E49-C19A019F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858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Интерактивное
руководство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BCEA0-9230-43B8-9DB3-FD702755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676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t>Регистрация, мониторинг, карта, отчёты, backup и локальная синхронизация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DB86A-5B87-4F0A-8505-6983F83C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t>РУССКАЯ ВЕРСИЯ · 2026</a:t>
            </a:r>
          </a:p>
        </p:txBody>
      </p:sp>
      <p:sp>
        <p:nvSpPr>
          <p:cNvPr id="6" name="cover-logo-frame">
            <a:extLst xmlns:a="http://schemas.openxmlformats.org/drawingml/2006/main">
              <a:ext uri="{FF2B5EF4-FFF2-40B4-BE49-F238E27FC236}">
                <a16:creationId xmlns:a16="http://schemas.microsoft.com/office/drawing/2014/main" id="{2BCDE9D3-A7E7-4E6F-925A-3F1F320F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28700"/>
            <a:ext cx="3048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9dd2b99124343"/>
          <a:stretch xmlns:a="http://schemas.openxmlformats.org/drawingml/2006/main"/>
        </p:blipFill>
        <p:spPr>
          <a:xfrm xmlns:a="http://schemas.openxmlformats.org/drawingml/2006/main">
            <a:off x="8524875" y="1428750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8" name="link-ОТКРЫТЬ РУКОВОДСТВО  →">
            <a:extLst xmlns:a="http://schemas.openxmlformats.org/drawingml/2006/main">
              <a:ext uri="{FF2B5EF4-FFF2-40B4-BE49-F238E27FC236}">
                <a16:creationId xmlns:a16="http://schemas.microsoft.com/office/drawing/2014/main" id="{D74E6A95-D424-435B-91C6-73017B28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048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e111acfbbf91465a" action="ppaction://hlinksldjump"/>
              </a:rPr>
              <a:t>ОТКРЫТЬ РУКОВОДСТВО  →</a:t>
            </a:r>
          </a:p>
        </p:txBody>
      </p:sp>
    </p:spTree>
    <p:extLst>
      <p:ext uri="{BB962C8B-B14F-4D97-AF65-F5344CB8AC3E}">
        <p14:creationId xmlns:p14="http://schemas.microsoft.com/office/powerpoint/2010/main" val="9629103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2">
            <a:extLst xmlns:a="http://schemas.openxmlformats.org/drawingml/2006/main">
              <a:ext uri="{FF2B5EF4-FFF2-40B4-BE49-F238E27FC236}">
                <a16:creationId xmlns:a16="http://schemas.microsoft.com/office/drawing/2014/main" id="{987222DE-6E1E-4382-8EFC-FC53DC48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НАВИГАЦИЯ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4DC0636-FDFA-44DB-9EAE-45843327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25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Выберите нужный сценарий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CB6ADBD7-EF61-4183-9F14-F9B28303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B5CC8FF5-2597-494B-ABB4-02BB05DF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link-РАЗДЕЛЫ">
            <a:extLst xmlns:a="http://schemas.openxmlformats.org/drawingml/2006/main">
              <a:ext uri="{FF2B5EF4-FFF2-40B4-BE49-F238E27FC236}">
                <a16:creationId xmlns:a16="http://schemas.microsoft.com/office/drawing/2014/main" id="{A509AAA6-C1BB-4CDD-B9B0-EF6BC90C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320aa1af10114427" action="ppaction://hlinksldjump"/>
              </a:rPr>
              <a:t>РАЗДЕЛЫ</a:t>
            </a:r>
          </a:p>
        </p:txBody>
      </p:sp>
      <p:sp>
        <p:nvSpPr>
          <p:cNvPr id="6" name="link-←">
            <a:extLst xmlns:a="http://schemas.openxmlformats.org/drawingml/2006/main">
              <a:ext uri="{FF2B5EF4-FFF2-40B4-BE49-F238E27FC236}">
                <a16:creationId xmlns:a16="http://schemas.microsoft.com/office/drawing/2014/main" id="{B1854203-3177-4289-AAA5-2429DA37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05550"/>
            <a:ext cx="571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91f4a1fc3d4b4c01" action="ppaction://hlinksldjump"/>
              </a:rPr>
              <a:t>←</a:t>
            </a:r>
          </a:p>
        </p:txBody>
      </p:sp>
      <p:sp>
        <p:nvSpPr>
          <p:cNvPr id="7" name="link-→">
            <a:extLst xmlns:a="http://schemas.openxmlformats.org/drawingml/2006/main">
              <a:ext uri="{FF2B5EF4-FFF2-40B4-BE49-F238E27FC236}">
                <a16:creationId xmlns:a16="http://schemas.microsoft.com/office/drawing/2014/main" id="{B44A47D8-2424-4DEB-99F5-5FA61538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A45"/>
          </a:solidFill>
          <a:ln xmlns:a="http://schemas.openxmlformats.org/drawingml/2006/main" w="9525">
            <a:solidFill>
              <a:srgbClr val="071A45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f8187916255b4329" action="ppaction://hlinksldjump"/>
              </a:rPr>
              <a:t>→</a:t>
            </a:r>
          </a:p>
        </p:txBody>
      </p:sp>
      <p:sp>
        <p:nvSpPr>
          <p:cNvPr id="8" name="menu-row-0">
            <a:extLst xmlns:a="http://schemas.openxmlformats.org/drawingml/2006/main">
              <a:ext uri="{FF2B5EF4-FFF2-40B4-BE49-F238E27FC236}">
                <a16:creationId xmlns:a16="http://schemas.microsoft.com/office/drawing/2014/main" id="{3B68C7FA-FFF6-4119-9836-84A56F8E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125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9" name="menu-num-0">
            <a:extLst xmlns:a="http://schemas.openxmlformats.org/drawingml/2006/main">
              <a:ext uri="{FF2B5EF4-FFF2-40B4-BE49-F238E27FC236}">
                <a16:creationId xmlns:a16="http://schemas.microsoft.com/office/drawing/2014/main" id="{D2B0B613-6C5A-48AF-BAF0-0FFA56D3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link-Первый запуск и проект">
            <a:extLst xmlns:a="http://schemas.openxmlformats.org/drawingml/2006/main">
              <a:ext uri="{FF2B5EF4-FFF2-40B4-BE49-F238E27FC236}">
                <a16:creationId xmlns:a16="http://schemas.microsoft.com/office/drawing/2014/main" id="{C698154D-1486-4EF8-B86A-1A4FD338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38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1650" b="1" u="sng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0deaacfd311d4117" action="ppaction://hlinksldjump"/>
              </a:rPr>
              <a:t>Первый запуск и проект</a:t>
            </a:r>
          </a:p>
        </p:txBody>
      </p:sp>
      <p:sp>
        <p:nvSpPr>
          <p:cNvPr id="11" name="menu-desc-0">
            <a:extLst xmlns:a="http://schemas.openxmlformats.org/drawingml/2006/main">
              <a:ext uri="{FF2B5EF4-FFF2-40B4-BE49-F238E27FC236}">
                <a16:creationId xmlns:a16="http://schemas.microsoft.com/office/drawing/2014/main" id="{3B21D56C-C66C-4EA1-94AA-98B622FD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24025"/>
            <a:ext cx="538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Создать проект и понять главный экран</a:t>
            </a:r>
          </a:p>
        </p:txBody>
      </p:sp>
      <p:sp>
        <p:nvSpPr>
          <p:cNvPr id="12" name="menu-row-1">
            <a:extLst xmlns:a="http://schemas.openxmlformats.org/drawingml/2006/main">
              <a:ext uri="{FF2B5EF4-FFF2-40B4-BE49-F238E27FC236}">
                <a16:creationId xmlns:a16="http://schemas.microsoft.com/office/drawing/2014/main" id="{3054C3B2-ADAD-4762-93F9-D40A849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11125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13" name="menu-num-1">
            <a:extLst xmlns:a="http://schemas.openxmlformats.org/drawingml/2006/main">
              <a:ext uri="{FF2B5EF4-FFF2-40B4-BE49-F238E27FC236}">
                <a16:creationId xmlns:a16="http://schemas.microsoft.com/office/drawing/2014/main" id="{CCA1888C-9D6E-4E80-9FEC-9D0E8CDC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link-Регистрация утечки">
            <a:extLst xmlns:a="http://schemas.openxmlformats.org/drawingml/2006/main">
              <a:ext uri="{FF2B5EF4-FFF2-40B4-BE49-F238E27FC236}">
                <a16:creationId xmlns:a16="http://schemas.microsoft.com/office/drawing/2014/main" id="{7CBFA68B-C61B-42F3-A966-26B7744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1650" b="1" u="sng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c9e8cb59ca2c484e" action="ppaction://hlinksldjump"/>
              </a:rPr>
              <a:t>Регистрация утечки</a:t>
            </a:r>
          </a:p>
        </p:txBody>
      </p:sp>
      <p:sp>
        <p:nvSpPr>
          <p:cNvPr id="15" name="menu-desc-1">
            <a:extLst xmlns:a="http://schemas.openxmlformats.org/drawingml/2006/main">
              <a:ext uri="{FF2B5EF4-FFF2-40B4-BE49-F238E27FC236}">
                <a16:creationId xmlns:a16="http://schemas.microsoft.com/office/drawing/2014/main" id="{3DBF8AAA-82E6-44D0-B871-CA00D279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47925"/>
            <a:ext cx="538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Заполнить форму и безопасно сохранить</a:t>
            </a:r>
          </a:p>
        </p:txBody>
      </p:sp>
      <p:sp>
        <p:nvSpPr>
          <p:cNvPr id="16" name="menu-row-2">
            <a:extLst xmlns:a="http://schemas.openxmlformats.org/drawingml/2006/main">
              <a:ext uri="{FF2B5EF4-FFF2-40B4-BE49-F238E27FC236}">
                <a16:creationId xmlns:a16="http://schemas.microsoft.com/office/drawing/2014/main" id="{93B2990F-1386-42EC-8EB1-813FFB4E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9900"/>
            <a:ext cx="11125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17" name="menu-num-2">
            <a:extLst xmlns:a="http://schemas.openxmlformats.org/drawingml/2006/main">
              <a:ext uri="{FF2B5EF4-FFF2-40B4-BE49-F238E27FC236}">
                <a16:creationId xmlns:a16="http://schemas.microsoft.com/office/drawing/2014/main" id="{7D64A4CC-736D-4568-8A5C-2C6F97C6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link-База и статусы">
            <a:extLst xmlns:a="http://schemas.openxmlformats.org/drawingml/2006/main">
              <a:ext uri="{FF2B5EF4-FFF2-40B4-BE49-F238E27FC236}">
                <a16:creationId xmlns:a16="http://schemas.microsoft.com/office/drawing/2014/main" id="{2EACA479-87AA-4106-ADEF-17F25C25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1650" b="1" u="sng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4edb1dbcc7eb4ee5" action="ppaction://hlinksldjump"/>
              </a:rPr>
              <a:t>База и статусы</a:t>
            </a:r>
          </a:p>
        </p:txBody>
      </p:sp>
      <p:sp>
        <p:nvSpPr>
          <p:cNvPr id="19" name="menu-desc-2">
            <a:extLst xmlns:a="http://schemas.openxmlformats.org/drawingml/2006/main">
              <a:ext uri="{FF2B5EF4-FFF2-40B4-BE49-F238E27FC236}">
                <a16:creationId xmlns:a16="http://schemas.microsoft.com/office/drawing/2014/main" id="{6AE24490-0B3A-4F3B-B9AE-C71CF6BD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71825"/>
            <a:ext cx="538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Найти, отобрать, экспортировать и изменить</a:t>
            </a:r>
          </a:p>
        </p:txBody>
      </p:sp>
      <p:sp>
        <p:nvSpPr>
          <p:cNvPr id="20" name="menu-row-3">
            <a:extLst xmlns:a="http://schemas.openxmlformats.org/drawingml/2006/main">
              <a:ext uri="{FF2B5EF4-FFF2-40B4-BE49-F238E27FC236}">
                <a16:creationId xmlns:a16="http://schemas.microsoft.com/office/drawing/2014/main" id="{D669CFB7-B0B7-4349-BBA9-F06F5395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33800"/>
            <a:ext cx="11125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21" name="menu-num-3">
            <a:extLst xmlns:a="http://schemas.openxmlformats.org/drawingml/2006/main">
              <a:ext uri="{FF2B5EF4-FFF2-40B4-BE49-F238E27FC236}">
                <a16:creationId xmlns:a16="http://schemas.microsoft.com/office/drawing/2014/main" id="{DA4FA692-5BE4-4993-80CF-20180FA7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link-Мониторинг">
            <a:extLst xmlns:a="http://schemas.openxmlformats.org/drawingml/2006/main">
              <a:ext uri="{FF2B5EF4-FFF2-40B4-BE49-F238E27FC236}">
                <a16:creationId xmlns:a16="http://schemas.microsoft.com/office/drawing/2014/main" id="{02348188-C282-4A01-AE0A-C081E2F6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00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1650" b="1" u="sng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f08139f2b0524d2d" action="ppaction://hlinksldjump"/>
              </a:rPr>
              <a:t>Мониторинг</a:t>
            </a:r>
          </a:p>
        </p:txBody>
      </p:sp>
      <p:sp>
        <p:nvSpPr>
          <p:cNvPr id="23" name="menu-desc-3">
            <a:extLst xmlns:a="http://schemas.openxmlformats.org/drawingml/2006/main">
              <a:ext uri="{FF2B5EF4-FFF2-40B4-BE49-F238E27FC236}">
                <a16:creationId xmlns:a16="http://schemas.microsoft.com/office/drawing/2014/main" id="{14CF6240-7DCE-41D7-999F-E03ACABA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95725"/>
            <a:ext cx="538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Начать обход и зафиксировать результат</a:t>
            </a:r>
          </a:p>
        </p:txBody>
      </p:sp>
      <p:sp>
        <p:nvSpPr>
          <p:cNvPr id="24" name="menu-row-4">
            <a:extLst xmlns:a="http://schemas.openxmlformats.org/drawingml/2006/main">
              <a:ext uri="{FF2B5EF4-FFF2-40B4-BE49-F238E27FC236}">
                <a16:creationId xmlns:a16="http://schemas.microsoft.com/office/drawing/2014/main" id="{9F5BF351-9202-44D7-9118-2D993DAC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57700"/>
            <a:ext cx="11125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25" name="menu-num-4">
            <a:extLst xmlns:a="http://schemas.openxmlformats.org/drawingml/2006/main">
              <a:ext uri="{FF2B5EF4-FFF2-40B4-BE49-F238E27FC236}">
                <a16:creationId xmlns:a16="http://schemas.microsoft.com/office/drawing/2014/main" id="{354BFD4C-43EE-4B75-81CF-60743FE1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link-Карта">
            <a:extLst xmlns:a="http://schemas.openxmlformats.org/drawingml/2006/main">
              <a:ext uri="{FF2B5EF4-FFF2-40B4-BE49-F238E27FC236}">
                <a16:creationId xmlns:a16="http://schemas.microsoft.com/office/drawing/2014/main" id="{8AC8E528-67DC-476A-9185-4A8A8B8B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339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1650" b="1" u="sng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ecfbf45b2de94e97" action="ppaction://hlinksldjump"/>
              </a:rPr>
              <a:t>Карта</a:t>
            </a:r>
          </a:p>
        </p:txBody>
      </p:sp>
      <p:sp>
        <p:nvSpPr>
          <p:cNvPr id="27" name="menu-desc-4">
            <a:extLst xmlns:a="http://schemas.openxmlformats.org/drawingml/2006/main">
              <a:ext uri="{FF2B5EF4-FFF2-40B4-BE49-F238E27FC236}">
                <a16:creationId xmlns:a16="http://schemas.microsoft.com/office/drawing/2014/main" id="{BFA16CDB-607C-4446-BCCE-593AC5DF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19625"/>
            <a:ext cx="538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Фильтры, офлайн-тайлы и KML</a:t>
            </a:r>
          </a:p>
        </p:txBody>
      </p:sp>
      <p:sp>
        <p:nvSpPr>
          <p:cNvPr id="28" name="menu-row-5">
            <a:extLst xmlns:a="http://schemas.openxmlformats.org/drawingml/2006/main">
              <a:ext uri="{FF2B5EF4-FFF2-40B4-BE49-F238E27FC236}">
                <a16:creationId xmlns:a16="http://schemas.microsoft.com/office/drawing/2014/main" id="{4C030E78-C187-4346-9615-48C41383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81600"/>
            <a:ext cx="11125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29" name="menu-num-5">
            <a:extLst xmlns:a="http://schemas.openxmlformats.org/drawingml/2006/main">
              <a:ext uri="{FF2B5EF4-FFF2-40B4-BE49-F238E27FC236}">
                <a16:creationId xmlns:a16="http://schemas.microsoft.com/office/drawing/2014/main" id="{C45EDD01-4701-4F07-AA50-488AA4F7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link-Настройки и перенос данных">
            <a:extLst xmlns:a="http://schemas.openxmlformats.org/drawingml/2006/main">
              <a:ext uri="{FF2B5EF4-FFF2-40B4-BE49-F238E27FC236}">
                <a16:creationId xmlns:a16="http://schemas.microsoft.com/office/drawing/2014/main" id="{8B1E75F6-56F1-46FD-90FF-6615B3CF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578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1650" b="1" u="sng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f3fbde7e0047415b" action="ppaction://hlinksldjump"/>
              </a:rPr>
              <a:t>Настройки и перенос данных</a:t>
            </a:r>
          </a:p>
        </p:txBody>
      </p:sp>
      <p:sp>
        <p:nvSpPr>
          <p:cNvPr id="31" name="menu-desc-5">
            <a:extLst xmlns:a="http://schemas.openxmlformats.org/drawingml/2006/main">
              <a:ext uri="{FF2B5EF4-FFF2-40B4-BE49-F238E27FC236}">
                <a16:creationId xmlns:a16="http://schemas.microsoft.com/office/drawing/2014/main" id="{9FF4A9EC-2294-4685-BA53-918570E8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43525"/>
            <a:ext cx="538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Поля, backup, Excel и синхронизация</a:t>
            </a:r>
          </a:p>
        </p:txBody>
      </p:sp>
    </p:spTree>
    <p:extLst>
      <p:ext uri="{BB962C8B-B14F-4D97-AF65-F5344CB8AC3E}">
        <p14:creationId xmlns:p14="http://schemas.microsoft.com/office/powerpoint/2010/main" val="6854866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3">
            <a:extLst xmlns:a="http://schemas.openxmlformats.org/drawingml/2006/main">
              <a:ext uri="{FF2B5EF4-FFF2-40B4-BE49-F238E27FC236}">
                <a16:creationId xmlns:a16="http://schemas.microsoft.com/office/drawing/2014/main" id="{7A281CE6-830D-4852-91D0-81F0D574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ПЕРВЫЙ ЗАПУСК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3A021D2-F99C-440B-92AC-D304D24F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25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Проект задаёт структуру данных и отчётов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7F8B4ECC-6AA0-4612-A6FA-8D115983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29D7A4E2-9D54-4ADB-A4F9-4A798171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link-РАЗДЕЛЫ">
            <a:extLst xmlns:a="http://schemas.openxmlformats.org/drawingml/2006/main">
              <a:ext uri="{FF2B5EF4-FFF2-40B4-BE49-F238E27FC236}">
                <a16:creationId xmlns:a16="http://schemas.microsoft.com/office/drawing/2014/main" id="{327CA791-E51F-45F1-90B5-A6839FCC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f7d3b93fad0a4404" action="ppaction://hlinksldjump"/>
              </a:rPr>
              <a:t>РАЗДЕЛЫ</a:t>
            </a:r>
          </a:p>
        </p:txBody>
      </p:sp>
      <p:sp>
        <p:nvSpPr>
          <p:cNvPr id="6" name="link-←">
            <a:extLst xmlns:a="http://schemas.openxmlformats.org/drawingml/2006/main">
              <a:ext uri="{FF2B5EF4-FFF2-40B4-BE49-F238E27FC236}">
                <a16:creationId xmlns:a16="http://schemas.microsoft.com/office/drawing/2014/main" id="{BD2E115B-B65F-4700-A541-A52CD3A2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05550"/>
            <a:ext cx="571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9382dba4424b4f03" action="ppaction://hlinksldjump"/>
              </a:rPr>
              <a:t>←</a:t>
            </a:r>
          </a:p>
        </p:txBody>
      </p:sp>
      <p:sp>
        <p:nvSpPr>
          <p:cNvPr id="7" name="link-→">
            <a:extLst xmlns:a="http://schemas.openxmlformats.org/drawingml/2006/main">
              <a:ext uri="{FF2B5EF4-FFF2-40B4-BE49-F238E27FC236}">
                <a16:creationId xmlns:a16="http://schemas.microsoft.com/office/drawing/2014/main" id="{909A4AF5-3D69-436C-BC64-BC107C45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A45"/>
          </a:solidFill>
          <a:ln xmlns:a="http://schemas.openxmlformats.org/drawingml/2006/main" w="9525">
            <a:solidFill>
              <a:srgbClr val="071A45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67b28a9c3e434d6b" action="ppaction://hlinksldjump"/>
              </a:rPr>
              <a:t>→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769e2067d4db9"/>
          <a:stretch xmlns:a="http://schemas.openxmlformats.org/drawingml/2006/main"/>
        </p:blipFill>
        <p:spPr>
          <a:xfrm xmlns:a="http://schemas.openxmlformats.org/drawingml/2006/main">
            <a:off x="523875" y="1800120"/>
            <a:ext cx="7143750" cy="4019759"/>
          </a:xfrm>
          <a:prstGeom xmlns:a="http://schemas.openxmlformats.org/drawingml/2006/main" prst="roundRect">
            <a:avLst>
              <a:gd name="adj" fmla="val 2542"/>
            </a:avLst>
          </a:prstGeom>
        </p:spPr>
      </p:pic>
      <p:sp>
        <p:nvSpPr>
          <p:cNvPr id="9" name="callout-number-1-Назовите проект">
            <a:extLst xmlns:a="http://schemas.openxmlformats.org/drawingml/2006/main">
              <a:ext uri="{FF2B5EF4-FFF2-40B4-BE49-F238E27FC236}">
                <a16:creationId xmlns:a16="http://schemas.microsoft.com/office/drawing/2014/main" id="{761B67A0-5D6A-4AA1-9BF8-4BDDDA47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90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callout-circle-1-Назовите проект">
            <a:extLst xmlns:a="http://schemas.openxmlformats.org/drawingml/2006/main">
              <a:ext uri="{FF2B5EF4-FFF2-40B4-BE49-F238E27FC236}">
                <a16:creationId xmlns:a16="http://schemas.microsoft.com/office/drawing/2014/main" id="{EFA1E2FA-3B8B-4D02-A7DF-B0CF28A7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solidFill>
              <a:srgbClr val="246BFD"/>
            </a:solidFill>
            <a:prstDash val="solid"/>
          </a:ln>
        </p:spPr>
      </p:sp>
      <p:sp>
        <p:nvSpPr>
          <p:cNvPr id="11" name="callout-title-Назовите проект">
            <a:extLst xmlns:a="http://schemas.openxmlformats.org/drawingml/2006/main">
              <a:ext uri="{FF2B5EF4-FFF2-40B4-BE49-F238E27FC236}">
                <a16:creationId xmlns:a16="http://schemas.microsoft.com/office/drawing/2014/main" id="{6F5DC87C-7979-4B60-AB86-76A83A0B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81175"/>
            <a:ext cx="2781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Назовите проект</a:t>
            </a:r>
          </a:p>
        </p:txBody>
      </p:sp>
      <p:sp>
        <p:nvSpPr>
          <p:cNvPr id="12" name="callout-body-Назовите проект">
            <a:extLst xmlns:a="http://schemas.openxmlformats.org/drawingml/2006/main">
              <a:ext uri="{FF2B5EF4-FFF2-40B4-BE49-F238E27FC236}">
                <a16:creationId xmlns:a16="http://schemas.microsoft.com/office/drawing/2014/main" id="{BC785A3B-9762-45E7-8DC5-0029C95A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85975"/>
            <a:ext cx="27813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Используйте понятное имя участка или периода.</a:t>
            </a:r>
          </a:p>
        </p:txBody>
      </p:sp>
      <p:sp>
        <p:nvSpPr>
          <p:cNvPr id="13" name="callout-number-2-Выберите тип">
            <a:extLst xmlns:a="http://schemas.openxmlformats.org/drawingml/2006/main">
              <a:ext uri="{FF2B5EF4-FFF2-40B4-BE49-F238E27FC236}">
                <a16:creationId xmlns:a16="http://schemas.microsoft.com/office/drawing/2014/main" id="{63D9D329-674F-4180-B2B5-249DE905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callout-circle-2-Выберите тип">
            <a:extLst xmlns:a="http://schemas.openxmlformats.org/drawingml/2006/main">
              <a:ext uri="{FF2B5EF4-FFF2-40B4-BE49-F238E27FC236}">
                <a16:creationId xmlns:a16="http://schemas.microsoft.com/office/drawing/2014/main" id="{473DA95E-F010-46A1-BF22-EE1C7718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solidFill>
              <a:srgbClr val="246BFD"/>
            </a:solidFill>
            <a:prstDash val="solid"/>
          </a:ln>
        </p:spPr>
      </p:sp>
      <p:sp>
        <p:nvSpPr>
          <p:cNvPr id="15" name="callout-title-Выберите тип">
            <a:extLst xmlns:a="http://schemas.openxmlformats.org/drawingml/2006/main">
              <a:ext uri="{FF2B5EF4-FFF2-40B4-BE49-F238E27FC236}">
                <a16:creationId xmlns:a16="http://schemas.microsoft.com/office/drawing/2014/main" id="{270E7803-6098-43E8-884D-58DA028A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43225"/>
            <a:ext cx="2781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Выберите тип</a:t>
            </a:r>
          </a:p>
        </p:txBody>
      </p:sp>
      <p:sp>
        <p:nvSpPr>
          <p:cNvPr id="16" name="callout-body-Выберите тип">
            <a:extLst xmlns:a="http://schemas.openxmlformats.org/drawingml/2006/main">
              <a:ext uri="{FF2B5EF4-FFF2-40B4-BE49-F238E27FC236}">
                <a16:creationId xmlns:a16="http://schemas.microsoft.com/office/drawing/2014/main" id="{34DA9984-28D8-4CCF-8C8F-9D88B267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48025"/>
            <a:ext cx="27813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Upstream, Midstream и Downstream используют разные поля и Excel-шаблоны.</a:t>
            </a:r>
          </a:p>
        </p:txBody>
      </p:sp>
      <p:sp>
        <p:nvSpPr>
          <p:cNvPr id="17" name="callout-number-3-Перенесите данные">
            <a:extLst xmlns:a="http://schemas.openxmlformats.org/drawingml/2006/main">
              <a:ext uri="{FF2B5EF4-FFF2-40B4-BE49-F238E27FC236}">
                <a16:creationId xmlns:a16="http://schemas.microsoft.com/office/drawing/2014/main" id="{9EA2FA4E-7094-43D6-B021-C02A4E4D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95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callout-circle-3-Перенесите данные">
            <a:extLst xmlns:a="http://schemas.openxmlformats.org/drawingml/2006/main">
              <a:ext uri="{FF2B5EF4-FFF2-40B4-BE49-F238E27FC236}">
                <a16:creationId xmlns:a16="http://schemas.microsoft.com/office/drawing/2014/main" id="{B6203FC6-F85B-4570-8456-CE4376CC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75D"/>
          </a:solidFill>
          <a:ln xmlns:a="http://schemas.openxmlformats.org/drawingml/2006/main" w="0">
            <a:solidFill>
              <a:srgbClr val="11875D"/>
            </a:solidFill>
            <a:prstDash val="solid"/>
          </a:ln>
        </p:spPr>
      </p:sp>
      <p:sp>
        <p:nvSpPr>
          <p:cNvPr id="19" name="callout-title-Перенесите данные">
            <a:extLst xmlns:a="http://schemas.openxmlformats.org/drawingml/2006/main">
              <a:ext uri="{FF2B5EF4-FFF2-40B4-BE49-F238E27FC236}">
                <a16:creationId xmlns:a16="http://schemas.microsoft.com/office/drawing/2014/main" id="{E8900F07-0A79-4122-8E2F-5038B542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86275"/>
            <a:ext cx="2781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Перенесите данные</a:t>
            </a:r>
          </a:p>
        </p:txBody>
      </p:sp>
      <p:sp>
        <p:nvSpPr>
          <p:cNvPr id="20" name="callout-body-Перенесите данные">
            <a:extLst xmlns:a="http://schemas.openxmlformats.org/drawingml/2006/main">
              <a:ext uri="{FF2B5EF4-FFF2-40B4-BE49-F238E27FC236}">
                <a16:creationId xmlns:a16="http://schemas.microsoft.com/office/drawing/2014/main" id="{48F170EC-3717-489A-9115-4DF79134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91075"/>
            <a:ext cx="2781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ZIP восстанавливает проект целиком; Excel создаёт или объединяет записи.</a:t>
            </a:r>
          </a:p>
        </p:txBody>
      </p:sp>
    </p:spTree>
    <p:extLst>
      <p:ext uri="{BB962C8B-B14F-4D97-AF65-F5344CB8AC3E}">
        <p14:creationId xmlns:p14="http://schemas.microsoft.com/office/powerpoint/2010/main" val="14752746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4">
            <a:extLst xmlns:a="http://schemas.openxmlformats.org/drawingml/2006/main">
              <a:ext uri="{FF2B5EF4-FFF2-40B4-BE49-F238E27FC236}">
                <a16:creationId xmlns:a16="http://schemas.microsoft.com/office/drawing/2014/main" id="{A96567C6-EFBD-4064-B161-1D481092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ПЕРВЫЙ ЗАПУСК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6CF98AD6-8E20-4D28-8AF5-383486E6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25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Главная показывает состояние проекта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DE0F0266-5123-499E-8FD7-B96A9FBA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A289E47A-FE9E-4010-B7D1-36F0F658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link-РАЗДЕЛЫ">
            <a:extLst xmlns:a="http://schemas.openxmlformats.org/drawingml/2006/main">
              <a:ext uri="{FF2B5EF4-FFF2-40B4-BE49-F238E27FC236}">
                <a16:creationId xmlns:a16="http://schemas.microsoft.com/office/drawing/2014/main" id="{2A3C3999-AF0D-4D75-AA8A-D87B98FE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e63ae18abb98458e" action="ppaction://hlinksldjump"/>
              </a:rPr>
              <a:t>РАЗДЕЛЫ</a:t>
            </a:r>
          </a:p>
        </p:txBody>
      </p:sp>
      <p:sp>
        <p:nvSpPr>
          <p:cNvPr id="6" name="link-←">
            <a:extLst xmlns:a="http://schemas.openxmlformats.org/drawingml/2006/main">
              <a:ext uri="{FF2B5EF4-FFF2-40B4-BE49-F238E27FC236}">
                <a16:creationId xmlns:a16="http://schemas.microsoft.com/office/drawing/2014/main" id="{2C3B2D53-2B3B-41F4-9079-0255D8EB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05550"/>
            <a:ext cx="571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407cc8c635f04fc7" action="ppaction://hlinksldjump"/>
              </a:rPr>
              <a:t>←</a:t>
            </a:r>
          </a:p>
        </p:txBody>
      </p:sp>
      <p:sp>
        <p:nvSpPr>
          <p:cNvPr id="7" name="link-→">
            <a:extLst xmlns:a="http://schemas.openxmlformats.org/drawingml/2006/main">
              <a:ext uri="{FF2B5EF4-FFF2-40B4-BE49-F238E27FC236}">
                <a16:creationId xmlns:a16="http://schemas.microsoft.com/office/drawing/2014/main" id="{194F6CB5-748A-4344-A4AC-14D92740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A45"/>
          </a:solidFill>
          <a:ln xmlns:a="http://schemas.openxmlformats.org/drawingml/2006/main" w="9525">
            <a:solidFill>
              <a:srgbClr val="071A45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753a0972783d444f" action="ppaction://hlinksldjump"/>
              </a:rPr>
              <a:t>→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4adf18c6d4ab9"/>
          <a:stretch xmlns:a="http://schemas.openxmlformats.org/drawingml/2006/main"/>
        </p:blipFill>
        <p:spPr>
          <a:xfrm xmlns:a="http://schemas.openxmlformats.org/drawingml/2006/main">
            <a:off x="527050" y="1581150"/>
            <a:ext cx="7518400" cy="4229100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9" name="home-top-label">
            <a:extLst xmlns:a="http://schemas.openxmlformats.org/drawingml/2006/main">
              <a:ext uri="{FF2B5EF4-FFF2-40B4-BE49-F238E27FC236}">
                <a16:creationId xmlns:a16="http://schemas.microsoft.com/office/drawing/2014/main" id="{F0600D1C-8049-4E8F-8853-836C561A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33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Сверху</a:t>
            </a:r>
          </a:p>
        </p:txBody>
      </p:sp>
      <p:sp>
        <p:nvSpPr>
          <p:cNvPr id="10" name="home-top-body">
            <a:extLst xmlns:a="http://schemas.openxmlformats.org/drawingml/2006/main">
              <a:ext uri="{FF2B5EF4-FFF2-40B4-BE49-F238E27FC236}">
                <a16:creationId xmlns:a16="http://schemas.microsoft.com/office/drawing/2014/main" id="{D848ADC6-5A89-4747-B983-EE7E6302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3"/>
                </a:solidFill>
                <a:latin typeface="Arial"/>
                <a:ea typeface="Arial"/>
                <a:cs typeface="Arial"/>
              </a:rPr>
              <a:t>Проект, профиль пользователя, состояние GPS и настройки.</a:t>
            </a:r>
          </a:p>
        </p:txBody>
      </p:sp>
      <p:sp>
        <p:nvSpPr>
          <p:cNvPr id="11" name="home-center-label">
            <a:extLst xmlns:a="http://schemas.openxmlformats.org/drawingml/2006/main">
              <a:ext uri="{FF2B5EF4-FFF2-40B4-BE49-F238E27FC236}">
                <a16:creationId xmlns:a16="http://schemas.microsoft.com/office/drawing/2014/main" id="{84E8672B-78F3-435A-B2F3-B0650724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 центре</a:t>
            </a:r>
          </a:p>
        </p:txBody>
      </p:sp>
      <p:sp>
        <p:nvSpPr>
          <p:cNvPr id="12" name="home-center-body">
            <a:extLst xmlns:a="http://schemas.openxmlformats.org/drawingml/2006/main">
              <a:ext uri="{FF2B5EF4-FFF2-40B4-BE49-F238E27FC236}">
                <a16:creationId xmlns:a16="http://schemas.microsoft.com/office/drawing/2014/main" id="{EEB8A9A4-F9A5-48A7-89DB-47989DB4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052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3"/>
                </a:solidFill>
                <a:latin typeface="Arial"/>
                <a:ea typeface="Arial"/>
                <a:cs typeface="Arial"/>
              </a:rPr>
              <a:t>Счётчики статусов и последние восемь записей.</a:t>
            </a:r>
          </a:p>
        </p:txBody>
      </p:sp>
      <p:sp>
        <p:nvSpPr>
          <p:cNvPr id="13" name="home-bottom-label">
            <a:extLst xmlns:a="http://schemas.openxmlformats.org/drawingml/2006/main">
              <a:ext uri="{FF2B5EF4-FFF2-40B4-BE49-F238E27FC236}">
                <a16:creationId xmlns:a16="http://schemas.microsoft.com/office/drawing/2014/main" id="{A5563427-D38D-461D-B0A4-4606E063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196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Снизу</a:t>
            </a:r>
          </a:p>
        </p:txBody>
      </p:sp>
      <p:sp>
        <p:nvSpPr>
          <p:cNvPr id="14" name="home-bottom-body">
            <a:extLst xmlns:a="http://schemas.openxmlformats.org/drawingml/2006/main">
              <a:ext uri="{FF2B5EF4-FFF2-40B4-BE49-F238E27FC236}">
                <a16:creationId xmlns:a16="http://schemas.microsoft.com/office/drawing/2014/main" id="{E27F6A11-B579-4A6D-A68D-BA60F77C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0060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3"/>
                </a:solidFill>
                <a:latin typeface="Arial"/>
                <a:ea typeface="Arial"/>
                <a:cs typeface="Arial"/>
              </a:rPr>
              <a:t>Пять основных разделов. Центральная кнопка всегда открывает новую утечку.</a:t>
            </a:r>
          </a:p>
        </p:txBody>
      </p:sp>
    </p:spTree>
    <p:extLst>
      <p:ext uri="{BB962C8B-B14F-4D97-AF65-F5344CB8AC3E}">
        <p14:creationId xmlns:p14="http://schemas.microsoft.com/office/powerpoint/2010/main" val="13616438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5">
            <a:extLst xmlns:a="http://schemas.openxmlformats.org/drawingml/2006/main">
              <a:ext uri="{FF2B5EF4-FFF2-40B4-BE49-F238E27FC236}">
                <a16:creationId xmlns:a16="http://schemas.microsoft.com/office/drawing/2014/main" id="{AD70F3D0-EFCB-43F7-9196-3719B9AA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РЕГИСТРАЦИЯ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EB13F1D5-B2C6-499B-A73F-176630DB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25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Форма ведёт от измерения к доказательству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4A060FD3-43BC-439C-B112-CC5FADB9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9FC08F31-E9DF-4510-B922-44DDD27A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link-РАЗДЕЛЫ">
            <a:extLst xmlns:a="http://schemas.openxmlformats.org/drawingml/2006/main">
              <a:ext uri="{FF2B5EF4-FFF2-40B4-BE49-F238E27FC236}">
                <a16:creationId xmlns:a16="http://schemas.microsoft.com/office/drawing/2014/main" id="{F0CCD900-C1D5-4F8D-A3E1-C56D201C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b516da028089413c" action="ppaction://hlinksldjump"/>
              </a:rPr>
              <a:t>РАЗДЕЛЫ</a:t>
            </a:r>
          </a:p>
        </p:txBody>
      </p:sp>
      <p:sp>
        <p:nvSpPr>
          <p:cNvPr id="6" name="link-←">
            <a:extLst xmlns:a="http://schemas.openxmlformats.org/drawingml/2006/main">
              <a:ext uri="{FF2B5EF4-FFF2-40B4-BE49-F238E27FC236}">
                <a16:creationId xmlns:a16="http://schemas.microsoft.com/office/drawing/2014/main" id="{CB09EA97-F765-4AEE-9149-60466FA8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05550"/>
            <a:ext cx="571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6c74474e0f624e0a" action="ppaction://hlinksldjump"/>
              </a:rPr>
              <a:t>←</a:t>
            </a:r>
          </a:p>
        </p:txBody>
      </p:sp>
      <p:sp>
        <p:nvSpPr>
          <p:cNvPr id="7" name="link-→">
            <a:extLst xmlns:a="http://schemas.openxmlformats.org/drawingml/2006/main">
              <a:ext uri="{FF2B5EF4-FFF2-40B4-BE49-F238E27FC236}">
                <a16:creationId xmlns:a16="http://schemas.microsoft.com/office/drawing/2014/main" id="{19F6BC73-7B40-4E73-B3D6-5FF029CD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A45"/>
          </a:solidFill>
          <a:ln xmlns:a="http://schemas.openxmlformats.org/drawingml/2006/main" w="9525">
            <a:solidFill>
              <a:srgbClr val="071A45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9e9fccdb5f2d4c82" action="ppaction://hlinksldjump"/>
              </a:rPr>
              <a:t>→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0b48ecaf34aa1"/>
          <a:stretch xmlns:a="http://schemas.openxmlformats.org/drawingml/2006/main"/>
        </p:blipFill>
        <p:spPr>
          <a:xfrm xmlns:a="http://schemas.openxmlformats.org/drawingml/2006/main">
            <a:off x="523875" y="1649497"/>
            <a:ext cx="7239000" cy="4073356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  <p:sp>
        <p:nvSpPr>
          <p:cNvPr id="9" name="callout-number-1-Основное">
            <a:extLst xmlns:a="http://schemas.openxmlformats.org/drawingml/2006/main">
              <a:ext uri="{FF2B5EF4-FFF2-40B4-BE49-F238E27FC236}">
                <a16:creationId xmlns:a16="http://schemas.microsoft.com/office/drawing/2014/main" id="{693809D8-7906-4527-9430-02D094BD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callout-circle-1-Основное">
            <a:extLst xmlns:a="http://schemas.openxmlformats.org/drawingml/2006/main">
              <a:ext uri="{FF2B5EF4-FFF2-40B4-BE49-F238E27FC236}">
                <a16:creationId xmlns:a16="http://schemas.microsoft.com/office/drawing/2014/main" id="{9745232F-6AE4-47E6-AD36-2A2F0B99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solidFill>
              <a:srgbClr val="246BFD"/>
            </a:solidFill>
            <a:prstDash val="solid"/>
          </a:ln>
        </p:spPr>
      </p:sp>
      <p:sp>
        <p:nvSpPr>
          <p:cNvPr id="11" name="callout-title-Основное">
            <a:extLst xmlns:a="http://schemas.openxmlformats.org/drawingml/2006/main">
              <a:ext uri="{FF2B5EF4-FFF2-40B4-BE49-F238E27FC236}">
                <a16:creationId xmlns:a16="http://schemas.microsoft.com/office/drawing/2014/main" id="{908BC0AF-4554-4CE0-A451-0DA855D6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66875"/>
            <a:ext cx="2609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Основное</a:t>
            </a:r>
          </a:p>
        </p:txBody>
      </p:sp>
      <p:sp>
        <p:nvSpPr>
          <p:cNvPr id="12" name="callout-body-Основное">
            <a:extLst xmlns:a="http://schemas.openxmlformats.org/drawingml/2006/main">
              <a:ext uri="{FF2B5EF4-FFF2-40B4-BE49-F238E27FC236}">
                <a16:creationId xmlns:a16="http://schemas.microsoft.com/office/drawing/2014/main" id="{C4DFB74E-C42D-452D-8D8D-6D5F221F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71675"/>
            <a:ext cx="2609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Бирка, видео, скорость и объект.</a:t>
            </a:r>
          </a:p>
        </p:txBody>
      </p:sp>
      <p:sp>
        <p:nvSpPr>
          <p:cNvPr id="13" name="callout-number-2-Описание и МТР">
            <a:extLst xmlns:a="http://schemas.openxmlformats.org/drawingml/2006/main">
              <a:ext uri="{FF2B5EF4-FFF2-40B4-BE49-F238E27FC236}">
                <a16:creationId xmlns:a16="http://schemas.microsoft.com/office/drawing/2014/main" id="{E2088FC8-487F-4BE0-AD15-BE6E6A0C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90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callout-circle-2-Описание и МТР">
            <a:extLst xmlns:a="http://schemas.openxmlformats.org/drawingml/2006/main">
              <a:ext uri="{FF2B5EF4-FFF2-40B4-BE49-F238E27FC236}">
                <a16:creationId xmlns:a16="http://schemas.microsoft.com/office/drawing/2014/main" id="{AC835950-996C-4F12-80ED-45B2A77B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90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solidFill>
              <a:srgbClr val="246BFD"/>
            </a:solidFill>
            <a:prstDash val="solid"/>
          </a:ln>
        </p:spPr>
      </p:sp>
      <p:sp>
        <p:nvSpPr>
          <p:cNvPr id="15" name="callout-title-Описание и МТР">
            <a:extLst xmlns:a="http://schemas.openxmlformats.org/drawingml/2006/main">
              <a:ext uri="{FF2B5EF4-FFF2-40B4-BE49-F238E27FC236}">
                <a16:creationId xmlns:a16="http://schemas.microsoft.com/office/drawing/2014/main" id="{F4C4B851-4ACF-4DD9-83A9-3336A4C5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81325"/>
            <a:ext cx="2609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Описание и МТР</a:t>
            </a:r>
          </a:p>
        </p:txBody>
      </p:sp>
      <p:sp>
        <p:nvSpPr>
          <p:cNvPr id="16" name="callout-body-Описание и МТР">
            <a:extLst xmlns:a="http://schemas.openxmlformats.org/drawingml/2006/main">
              <a:ext uri="{FF2B5EF4-FFF2-40B4-BE49-F238E27FC236}">
                <a16:creationId xmlns:a16="http://schemas.microsoft.com/office/drawing/2014/main" id="{FD15F251-FAD7-4073-A55D-E8B33F5A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86125"/>
            <a:ext cx="2609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Характер утечки и план устранения.</a:t>
            </a:r>
          </a:p>
        </p:txBody>
      </p:sp>
      <p:sp>
        <p:nvSpPr>
          <p:cNvPr id="17" name="callout-number-3-Примечание и фото">
            <a:extLst xmlns:a="http://schemas.openxmlformats.org/drawingml/2006/main">
              <a:ext uri="{FF2B5EF4-FFF2-40B4-BE49-F238E27FC236}">
                <a16:creationId xmlns:a16="http://schemas.microsoft.com/office/drawing/2014/main" id="{FDD2E225-74C2-44D6-A2EB-307069C6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callout-circle-3-Примечание и фото">
            <a:extLst xmlns:a="http://schemas.openxmlformats.org/drawingml/2006/main">
              <a:ext uri="{FF2B5EF4-FFF2-40B4-BE49-F238E27FC236}">
                <a16:creationId xmlns:a16="http://schemas.microsoft.com/office/drawing/2014/main" id="{F12626B2-49F2-4010-B66B-EC86466B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75D"/>
          </a:solidFill>
          <a:ln xmlns:a="http://schemas.openxmlformats.org/drawingml/2006/main" w="0">
            <a:solidFill>
              <a:srgbClr val="11875D"/>
            </a:solidFill>
            <a:prstDash val="solid"/>
          </a:ln>
        </p:spPr>
      </p:sp>
      <p:sp>
        <p:nvSpPr>
          <p:cNvPr id="19" name="callout-title-Примечание и фото">
            <a:extLst xmlns:a="http://schemas.openxmlformats.org/drawingml/2006/main">
              <a:ext uri="{FF2B5EF4-FFF2-40B4-BE49-F238E27FC236}">
                <a16:creationId xmlns:a16="http://schemas.microsoft.com/office/drawing/2014/main" id="{C98CF794-D10F-44A1-8965-96C1484D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95775"/>
            <a:ext cx="2609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Примечание и фото</a:t>
            </a:r>
          </a:p>
        </p:txBody>
      </p:sp>
      <p:sp>
        <p:nvSpPr>
          <p:cNvPr id="20" name="callout-body-Примечание и фото">
            <a:extLst xmlns:a="http://schemas.openxmlformats.org/drawingml/2006/main">
              <a:ext uri="{FF2B5EF4-FFF2-40B4-BE49-F238E27FC236}">
                <a16:creationId xmlns:a16="http://schemas.microsoft.com/office/drawing/2014/main" id="{69D1BB93-79C4-4117-ABD3-70EF5D81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00575"/>
            <a:ext cx="2609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Подтверждение состояния на месте.</a:t>
            </a:r>
          </a:p>
        </p:txBody>
      </p:sp>
      <p:sp>
        <p:nvSpPr>
          <p:cNvPr id="21" name="draft-note">
            <a:extLst xmlns:a="http://schemas.openxmlformats.org/drawingml/2006/main">
              <a:ext uri="{FF2B5EF4-FFF2-40B4-BE49-F238E27FC236}">
                <a16:creationId xmlns:a16="http://schemas.microsoft.com/office/drawing/2014/main" id="{09B36E4F-FBC4-4A4F-B1B0-2F9070D9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4673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A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A45"/>
                </a:solidFill>
                <a:latin typeface="Arial"/>
                <a:ea typeface="Arial"/>
                <a:cs typeface="Arial"/>
              </a:rPr>
              <a:t>Черновик сохраняется автоматически — можно выйти и продолжить позже.</a:t>
            </a:r>
          </a:p>
        </p:txBody>
      </p:sp>
    </p:spTree>
    <p:extLst>
      <p:ext uri="{BB962C8B-B14F-4D97-AF65-F5344CB8AC3E}">
        <p14:creationId xmlns:p14="http://schemas.microsoft.com/office/powerpoint/2010/main" val="4927414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6">
            <a:extLst xmlns:a="http://schemas.openxmlformats.org/drawingml/2006/main">
              <a:ext uri="{FF2B5EF4-FFF2-40B4-BE49-F238E27FC236}">
                <a16:creationId xmlns:a16="http://schemas.microsoft.com/office/drawing/2014/main" id="{8F51BDFE-A767-4433-88C3-7C26381E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РЕГИСТРАЦИЯ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52B2FC8B-DE24-43F9-AB99-18991397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25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Сохранение завершается явным подтверждением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42448A6E-BF45-4063-92D2-9A148278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DF70BC9E-089A-4A92-8FE6-C4A60E3F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link-РАЗДЕЛЫ">
            <a:extLst xmlns:a="http://schemas.openxmlformats.org/drawingml/2006/main">
              <a:ext uri="{FF2B5EF4-FFF2-40B4-BE49-F238E27FC236}">
                <a16:creationId xmlns:a16="http://schemas.microsoft.com/office/drawing/2014/main" id="{9776C378-5DFC-4F04-BCED-66C9BBDF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76adc38c71c44b40" action="ppaction://hlinksldjump"/>
              </a:rPr>
              <a:t>РАЗДЕЛЫ</a:t>
            </a:r>
          </a:p>
        </p:txBody>
      </p:sp>
      <p:sp>
        <p:nvSpPr>
          <p:cNvPr id="6" name="link-←">
            <a:extLst xmlns:a="http://schemas.openxmlformats.org/drawingml/2006/main">
              <a:ext uri="{FF2B5EF4-FFF2-40B4-BE49-F238E27FC236}">
                <a16:creationId xmlns:a16="http://schemas.microsoft.com/office/drawing/2014/main" id="{F9142249-ADCF-47A6-81F1-944A192C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05550"/>
            <a:ext cx="571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4a2902a5b2154073" action="ppaction://hlinksldjump"/>
              </a:rPr>
              <a:t>←</a:t>
            </a:r>
          </a:p>
        </p:txBody>
      </p:sp>
      <p:sp>
        <p:nvSpPr>
          <p:cNvPr id="7" name="link-→">
            <a:extLst xmlns:a="http://schemas.openxmlformats.org/drawingml/2006/main">
              <a:ext uri="{FF2B5EF4-FFF2-40B4-BE49-F238E27FC236}">
                <a16:creationId xmlns:a16="http://schemas.microsoft.com/office/drawing/2014/main" id="{575835D5-F002-4A13-8F8D-F976B76C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A45"/>
          </a:solidFill>
          <a:ln xmlns:a="http://schemas.openxmlformats.org/drawingml/2006/main" w="9525">
            <a:solidFill>
              <a:srgbClr val="071A45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6f1287a499ef49e4" action="ppaction://hlinksldjump"/>
              </a:rPr>
              <a:t>→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d46d556eb47ef"/>
          <a:stretch xmlns:a="http://schemas.openxmlformats.org/drawingml/2006/main"/>
        </p:blipFill>
        <p:spPr>
          <a:xfrm xmlns:a="http://schemas.openxmlformats.org/drawingml/2006/main">
            <a:off x="523875" y="1757363"/>
            <a:ext cx="6858000" cy="3857625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  <p:sp>
        <p:nvSpPr>
          <p:cNvPr id="9" name="save-check-title">
            <a:extLst xmlns:a="http://schemas.openxmlformats.org/drawingml/2006/main">
              <a:ext uri="{FF2B5EF4-FFF2-40B4-BE49-F238E27FC236}">
                <a16:creationId xmlns:a16="http://schemas.microsoft.com/office/drawing/2014/main" id="{46D748C4-A3AB-46E8-9565-CBC7E753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526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Перед сохранением приложение проверяет:</a:t>
            </a:r>
          </a:p>
        </p:txBody>
      </p:sp>
      <p:sp>
        <p:nvSpPr>
          <p:cNvPr id="10" name="save-checkmark-0">
            <a:extLst xmlns:a="http://schemas.openxmlformats.org/drawingml/2006/main">
              <a:ext uri="{FF2B5EF4-FFF2-40B4-BE49-F238E27FC236}">
                <a16:creationId xmlns:a16="http://schemas.microsoft.com/office/drawing/2014/main" id="{773E45F4-C0CD-4545-AC44-DFE44614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save-check-0">
            <a:extLst xmlns:a="http://schemas.openxmlformats.org/drawingml/2006/main">
              <a:ext uri="{FF2B5EF4-FFF2-40B4-BE49-F238E27FC236}">
                <a16:creationId xmlns:a16="http://schemas.microsoft.com/office/drawing/2014/main" id="{EFA31093-0FE3-440C-A4F6-3DAAA844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717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обязательные поля текущего типа проекта</a:t>
            </a:r>
          </a:p>
        </p:txBody>
      </p:sp>
      <p:sp>
        <p:nvSpPr>
          <p:cNvPr id="12" name="save-checkmark-1">
            <a:extLst xmlns:a="http://schemas.openxmlformats.org/drawingml/2006/main">
              <a:ext uri="{FF2B5EF4-FFF2-40B4-BE49-F238E27FC236}">
                <a16:creationId xmlns:a16="http://schemas.microsoft.com/office/drawing/2014/main" id="{EEB3CC32-AA6F-4965-B235-3A062979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save-check-1">
            <a:extLst xmlns:a="http://schemas.openxmlformats.org/drawingml/2006/main">
              <a:ext uri="{FF2B5EF4-FFF2-40B4-BE49-F238E27FC236}">
                <a16:creationId xmlns:a16="http://schemas.microsoft.com/office/drawing/2014/main" id="{4C6A4013-577B-4FF6-91A8-B4876310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03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имя оператора</a:t>
            </a:r>
          </a:p>
        </p:txBody>
      </p:sp>
      <p:sp>
        <p:nvSpPr>
          <p:cNvPr id="14" name="save-checkmark-2">
            <a:extLst xmlns:a="http://schemas.openxmlformats.org/drawingml/2006/main">
              <a:ext uri="{FF2B5EF4-FFF2-40B4-BE49-F238E27FC236}">
                <a16:creationId xmlns:a16="http://schemas.microsoft.com/office/drawing/2014/main" id="{10B863B3-DF0B-481D-B68A-72693CB0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385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save-check-2">
            <a:extLst xmlns:a="http://schemas.openxmlformats.org/drawingml/2006/main">
              <a:ext uri="{FF2B5EF4-FFF2-40B4-BE49-F238E27FC236}">
                <a16:creationId xmlns:a16="http://schemas.microsoft.com/office/drawing/2014/main" id="{EA19D16C-D038-46E6-8A9F-716B53B0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290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серийный номер оборудования</a:t>
            </a:r>
          </a:p>
        </p:txBody>
      </p:sp>
      <p:sp>
        <p:nvSpPr>
          <p:cNvPr id="16" name="save-checkmark-3">
            <a:extLst xmlns:a="http://schemas.openxmlformats.org/drawingml/2006/main">
              <a:ext uri="{FF2B5EF4-FFF2-40B4-BE49-F238E27FC236}">
                <a16:creationId xmlns:a16="http://schemas.microsoft.com/office/drawing/2014/main" id="{90E71FBB-79FB-4D0A-A8F1-4DF7D4D2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672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save-check-3">
            <a:extLst xmlns:a="http://schemas.openxmlformats.org/drawingml/2006/main">
              <a:ext uri="{FF2B5EF4-FFF2-40B4-BE49-F238E27FC236}">
                <a16:creationId xmlns:a16="http://schemas.microsoft.com/office/drawing/2014/main" id="{91000D2D-FDC7-4BD7-8E5B-13B91D6C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576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фото — если требование включено</a:t>
            </a:r>
          </a:p>
        </p:txBody>
      </p:sp>
      <p:sp>
        <p:nvSpPr>
          <p:cNvPr id="18" name="saved-note">
            <a:extLst xmlns:a="http://schemas.openxmlformats.org/drawingml/2006/main">
              <a:ext uri="{FF2B5EF4-FFF2-40B4-BE49-F238E27FC236}">
                <a16:creationId xmlns:a16="http://schemas.microsoft.com/office/drawing/2014/main" id="{B2F9519F-0983-4E89-93D3-08033402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3390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3"/>
                </a:solidFill>
                <a:latin typeface="Arial"/>
                <a:ea typeface="Arial"/>
                <a:cs typeface="Arial"/>
              </a:rPr>
              <a:t>Номер бирки и расчётная скорость остаются на экране — удобно для быстрой сверки.</a:t>
            </a:r>
          </a:p>
        </p:txBody>
      </p:sp>
    </p:spTree>
    <p:extLst>
      <p:ext uri="{BB962C8B-B14F-4D97-AF65-F5344CB8AC3E}">
        <p14:creationId xmlns:p14="http://schemas.microsoft.com/office/powerpoint/2010/main" val="17324360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7">
            <a:extLst xmlns:a="http://schemas.openxmlformats.org/drawingml/2006/main">
              <a:ext uri="{FF2B5EF4-FFF2-40B4-BE49-F238E27FC236}">
                <a16:creationId xmlns:a16="http://schemas.microsoft.com/office/drawing/2014/main" id="{7B984B57-28D2-4283-9141-0D690AC6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СТАТУСЫ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5A943F4-F804-4509-A499-E4482DF0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25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Одна запись проходит полный жизненный цикл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C295077C-7C39-42CE-9053-FEBEDB16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BB4DA414-BC8D-4229-8847-408FCB1D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link-РАЗДЕЛЫ">
            <a:extLst xmlns:a="http://schemas.openxmlformats.org/drawingml/2006/main">
              <a:ext uri="{FF2B5EF4-FFF2-40B4-BE49-F238E27FC236}">
                <a16:creationId xmlns:a16="http://schemas.microsoft.com/office/drawing/2014/main" id="{94215579-0930-4A98-8234-B4CC7481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eb9d98d641cb4363" action="ppaction://hlinksldjump"/>
              </a:rPr>
              <a:t>РАЗДЕЛЫ</a:t>
            </a:r>
          </a:p>
        </p:txBody>
      </p:sp>
      <p:sp>
        <p:nvSpPr>
          <p:cNvPr id="6" name="link-←">
            <a:extLst xmlns:a="http://schemas.openxmlformats.org/drawingml/2006/main">
              <a:ext uri="{FF2B5EF4-FFF2-40B4-BE49-F238E27FC236}">
                <a16:creationId xmlns:a16="http://schemas.microsoft.com/office/drawing/2014/main" id="{7A65C779-E5E2-4DE5-9BE5-69D04776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05550"/>
            <a:ext cx="571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eb5c3894190e4c2e" action="ppaction://hlinksldjump"/>
              </a:rPr>
              <a:t>←</a:t>
            </a:r>
          </a:p>
        </p:txBody>
      </p:sp>
      <p:sp>
        <p:nvSpPr>
          <p:cNvPr id="7" name="link-→">
            <a:extLst xmlns:a="http://schemas.openxmlformats.org/drawingml/2006/main">
              <a:ext uri="{FF2B5EF4-FFF2-40B4-BE49-F238E27FC236}">
                <a16:creationId xmlns:a16="http://schemas.microsoft.com/office/drawing/2014/main" id="{F6AEBAAF-82AF-450B-A862-2DA9B2F0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A45"/>
          </a:solidFill>
          <a:ln xmlns:a="http://schemas.openxmlformats.org/drawingml/2006/main" w="9525">
            <a:solidFill>
              <a:srgbClr val="071A45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562ea0a984804026" action="ppaction://hlinksldjump"/>
              </a:rPr>
              <a:t>→</a:t>
            </a:r>
          </a:p>
        </p:txBody>
      </p:sp>
      <p:cxnSp>
        <p:nvCxnSpPr>
          <p:cNvPr id="29" name="lifecycle-line"/>
          <p:cNvCxnSpPr/>
          <p:nvPr/>
        </p:nvCxnSpPr>
        <p:spPr>
          <a:xfrm xmlns:a="http://schemas.openxmlformats.org/drawingml/2006/main">
            <a:off x="1238250" y="3333750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1A45"/>
            </a:solidFill>
            <a:prstDash val="solid"/>
          </a:ln>
        </p:spPr>
      </p:cxnSp>
      <p:sp>
        <p:nvSpPr>
          <p:cNvPr id="9" name="lifecycle-dot-0">
            <a:extLst xmlns:a="http://schemas.openxmlformats.org/drawingml/2006/main">
              <a:ext uri="{FF2B5EF4-FFF2-40B4-BE49-F238E27FC236}">
                <a16:creationId xmlns:a16="http://schemas.microsoft.com/office/drawing/2014/main" id="{226A305D-8DDA-469E-980C-B6765FAC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solidFill>
              <a:srgbClr val="246BFD"/>
            </a:solidFill>
            <a:prstDash val="solid"/>
          </a:ln>
        </p:spPr>
      </p:sp>
      <p:sp>
        <p:nvSpPr>
          <p:cNvPr id="10" name="lifecycle-title-0">
            <a:extLst xmlns:a="http://schemas.openxmlformats.org/drawingml/2006/main">
              <a:ext uri="{FF2B5EF4-FFF2-40B4-BE49-F238E27FC236}">
                <a16:creationId xmlns:a16="http://schemas.microsoft.com/office/drawing/2014/main" id="{8C0F7E96-4CD3-4795-B88D-8742D14C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907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Создана</a:t>
            </a:r>
          </a:p>
        </p:txBody>
      </p:sp>
      <p:sp>
        <p:nvSpPr>
          <p:cNvPr id="11" name="lifecycle-body-0">
            <a:extLst xmlns:a="http://schemas.openxmlformats.org/drawingml/2006/main">
              <a:ext uri="{FF2B5EF4-FFF2-40B4-BE49-F238E27FC236}">
                <a16:creationId xmlns:a16="http://schemas.microsoft.com/office/drawing/2014/main" id="{186E870B-D111-4161-BC2C-4BBD2042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714750"/>
            <a:ext cx="2247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Первичная фиксация</a:t>
            </a:r>
          </a:p>
          <a:p xmlns:a="http://schemas.openxmlformats.org/drawingml/2006/main">
            <a:pPr algn="ctr"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и фото</a:t>
            </a:r>
          </a:p>
        </p:txBody>
      </p:sp>
      <p:sp>
        <p:nvSpPr>
          <p:cNvPr id="12" name="lifecycle-dot-1">
            <a:extLst xmlns:a="http://schemas.openxmlformats.org/drawingml/2006/main">
              <a:ext uri="{FF2B5EF4-FFF2-40B4-BE49-F238E27FC236}">
                <a16:creationId xmlns:a16="http://schemas.microsoft.com/office/drawing/2014/main" id="{BD1ECF76-C0B9-4EA6-928D-D2CACBB7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812"/>
          </a:solidFill>
          <a:ln xmlns:a="http://schemas.openxmlformats.org/drawingml/2006/main" w="0">
            <a:solidFill>
              <a:srgbClr val="C96812"/>
            </a:solidFill>
            <a:prstDash val="solid"/>
          </a:ln>
        </p:spPr>
      </p:sp>
      <p:sp>
        <p:nvSpPr>
          <p:cNvPr id="13" name="lifecycle-title-1">
            <a:extLst xmlns:a="http://schemas.openxmlformats.org/drawingml/2006/main">
              <a:ext uri="{FF2B5EF4-FFF2-40B4-BE49-F238E27FC236}">
                <a16:creationId xmlns:a16="http://schemas.microsoft.com/office/drawing/2014/main" id="{C0A266D4-DF27-4D46-8DE0-FDE2E882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07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68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6812"/>
                </a:solidFill>
                <a:latin typeface="Arial"/>
                <a:ea typeface="Arial"/>
                <a:cs typeface="Arial"/>
              </a:rPr>
              <a:t>В ремонте</a:t>
            </a:r>
          </a:p>
        </p:txBody>
      </p:sp>
      <p:sp>
        <p:nvSpPr>
          <p:cNvPr id="14" name="lifecycle-body-1">
            <a:extLst xmlns:a="http://schemas.openxmlformats.org/drawingml/2006/main">
              <a:ext uri="{FF2B5EF4-FFF2-40B4-BE49-F238E27FC236}">
                <a16:creationId xmlns:a16="http://schemas.microsoft.com/office/drawing/2014/main" id="{947E3ED0-3C71-423F-8A0B-8B3D0EFE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14750"/>
            <a:ext cx="2247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Назначено действие</a:t>
            </a:r>
          </a:p>
          <a:p xmlns:a="http://schemas.openxmlformats.org/drawingml/2006/main">
            <a:pPr algn="ctr"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и МТР</a:t>
            </a:r>
          </a:p>
        </p:txBody>
      </p:sp>
      <p:sp>
        <p:nvSpPr>
          <p:cNvPr id="15" name="lifecycle-dot-2">
            <a:extLst xmlns:a="http://schemas.openxmlformats.org/drawingml/2006/main">
              <a:ext uri="{FF2B5EF4-FFF2-40B4-BE49-F238E27FC236}">
                <a16:creationId xmlns:a16="http://schemas.microsoft.com/office/drawing/2014/main" id="{398F09A2-CF8A-4CB1-A2FD-4F0B405F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75D"/>
          </a:solidFill>
          <a:ln xmlns:a="http://schemas.openxmlformats.org/drawingml/2006/main" w="0">
            <a:solidFill>
              <a:srgbClr val="11875D"/>
            </a:solidFill>
            <a:prstDash val="solid"/>
          </a:ln>
        </p:spPr>
      </p:sp>
      <p:sp>
        <p:nvSpPr>
          <p:cNvPr id="16" name="lifecycle-title-2">
            <a:extLst xmlns:a="http://schemas.openxmlformats.org/drawingml/2006/main">
              <a:ext uri="{FF2B5EF4-FFF2-40B4-BE49-F238E27FC236}">
                <a16:creationId xmlns:a16="http://schemas.microsoft.com/office/drawing/2014/main" id="{E9614EFC-CF56-45E9-B4AB-FC335628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Устранена</a:t>
            </a:r>
          </a:p>
        </p:txBody>
      </p:sp>
      <p:sp>
        <p:nvSpPr>
          <p:cNvPr id="17" name="lifecycle-body-2">
            <a:extLst xmlns:a="http://schemas.openxmlformats.org/drawingml/2006/main">
              <a:ext uri="{FF2B5EF4-FFF2-40B4-BE49-F238E27FC236}">
                <a16:creationId xmlns:a16="http://schemas.microsoft.com/office/drawing/2014/main" id="{1CDC3E4B-9916-45D9-B6A8-F7EEF8BC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2247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Итоговое фото</a:t>
            </a:r>
          </a:p>
          <a:p xmlns:a="http://schemas.openxmlformats.org/drawingml/2006/main">
            <a:pPr algn="ctr"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и дата</a:t>
            </a:r>
          </a:p>
        </p:txBody>
      </p:sp>
      <p:sp>
        <p:nvSpPr>
          <p:cNvPr id="18" name="lifecycle-dot-3">
            <a:extLst xmlns:a="http://schemas.openxmlformats.org/drawingml/2006/main">
              <a:ext uri="{FF2B5EF4-FFF2-40B4-BE49-F238E27FC236}">
                <a16:creationId xmlns:a16="http://schemas.microsoft.com/office/drawing/2014/main" id="{43E4F630-FCD4-439B-A9A7-9630D1C0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A45"/>
          </a:solidFill>
          <a:ln xmlns:a="http://schemas.openxmlformats.org/drawingml/2006/main" w="0">
            <a:solidFill>
              <a:srgbClr val="071A45"/>
            </a:solidFill>
            <a:prstDash val="solid"/>
          </a:ln>
        </p:spPr>
      </p:sp>
      <p:sp>
        <p:nvSpPr>
          <p:cNvPr id="19" name="lifecycle-title-3">
            <a:extLst xmlns:a="http://schemas.openxmlformats.org/drawingml/2006/main">
              <a:ext uri="{FF2B5EF4-FFF2-40B4-BE49-F238E27FC236}">
                <a16:creationId xmlns:a16="http://schemas.microsoft.com/office/drawing/2014/main" id="{11EE8282-214C-4EBD-986B-9F7B8D2B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907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1A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45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20" name="lifecycle-body-3">
            <a:extLst xmlns:a="http://schemas.openxmlformats.org/drawingml/2006/main">
              <a:ext uri="{FF2B5EF4-FFF2-40B4-BE49-F238E27FC236}">
                <a16:creationId xmlns:a16="http://schemas.microsoft.com/office/drawing/2014/main" id="{C7713507-D8E2-476E-9523-3D31A5E8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2247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История остаётся</a:t>
            </a:r>
          </a:p>
          <a:p xmlns:a="http://schemas.openxmlformats.org/drawingml/2006/main">
            <a:pPr algn="ctr"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в backup и Excel</a:t>
            </a:r>
          </a:p>
        </p:txBody>
      </p:sp>
      <p:sp>
        <p:nvSpPr>
          <p:cNvPr id="21" name="lifecycle-note">
            <a:extLst xmlns:a="http://schemas.openxmlformats.org/drawingml/2006/main">
              <a:ext uri="{FF2B5EF4-FFF2-40B4-BE49-F238E27FC236}">
                <a16:creationId xmlns:a16="http://schemas.microsoft.com/office/drawing/2014/main" id="{053D6F43-4EDD-4B53-B4D8-CAB25437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95875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A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A45"/>
                </a:solidFill>
                <a:latin typeface="Arial"/>
                <a:ea typeface="Arial"/>
                <a:cs typeface="Arial"/>
              </a:rPr>
              <a:t>Изменение статуса записывается в историю. Повторный мониторинг не стирает предыдущие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5128077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8">
            <a:extLst xmlns:a="http://schemas.openxmlformats.org/drawingml/2006/main">
              <a:ext uri="{FF2B5EF4-FFF2-40B4-BE49-F238E27FC236}">
                <a16:creationId xmlns:a16="http://schemas.microsoft.com/office/drawing/2014/main" id="{3B7AC1F0-0326-4E53-809E-8F3B1067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БАЗА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D9E4C0EB-EFC5-4BF0-8FDF-129AA8F6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25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Поиск и фильтры быстро находят запись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52DB11EA-7E3F-41B6-81D3-DAD9A01A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67CACE65-8A7D-452E-8BBF-B6AF535D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link-РАЗДЕЛЫ">
            <a:extLst xmlns:a="http://schemas.openxmlformats.org/drawingml/2006/main">
              <a:ext uri="{FF2B5EF4-FFF2-40B4-BE49-F238E27FC236}">
                <a16:creationId xmlns:a16="http://schemas.microsoft.com/office/drawing/2014/main" id="{4A6A0501-95E1-4B2B-A075-3193F579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dad76ccaeeac41ee" action="ppaction://hlinksldjump"/>
              </a:rPr>
              <a:t>РАЗДЕЛЫ</a:t>
            </a:r>
          </a:p>
        </p:txBody>
      </p:sp>
      <p:sp>
        <p:nvSpPr>
          <p:cNvPr id="6" name="link-←">
            <a:extLst xmlns:a="http://schemas.openxmlformats.org/drawingml/2006/main">
              <a:ext uri="{FF2B5EF4-FFF2-40B4-BE49-F238E27FC236}">
                <a16:creationId xmlns:a16="http://schemas.microsoft.com/office/drawing/2014/main" id="{CCA392E2-2F2A-403B-AA97-0C0C9908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05550"/>
            <a:ext cx="571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b638a5adcfc4484a" action="ppaction://hlinksldjump"/>
              </a:rPr>
              <a:t>←</a:t>
            </a:r>
          </a:p>
        </p:txBody>
      </p:sp>
      <p:sp>
        <p:nvSpPr>
          <p:cNvPr id="7" name="link-→">
            <a:extLst xmlns:a="http://schemas.openxmlformats.org/drawingml/2006/main">
              <a:ext uri="{FF2B5EF4-FFF2-40B4-BE49-F238E27FC236}">
                <a16:creationId xmlns:a16="http://schemas.microsoft.com/office/drawing/2014/main" id="{43D8EC65-DC59-4F76-AEFE-0644BCDE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A45"/>
          </a:solidFill>
          <a:ln xmlns:a="http://schemas.openxmlformats.org/drawingml/2006/main" w="9525">
            <a:solidFill>
              <a:srgbClr val="071A45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5110342e66e54abb" action="ppaction://hlinksldjump"/>
              </a:rPr>
              <a:t>→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f41f3f4c041fd"/>
          <a:stretch xmlns:a="http://schemas.openxmlformats.org/drawingml/2006/main"/>
        </p:blipFill>
        <p:spPr>
          <a:xfrm xmlns:a="http://schemas.openxmlformats.org/drawingml/2006/main">
            <a:off x="543983" y="1600200"/>
            <a:ext cx="7484533" cy="4210050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  <p:sp>
        <p:nvSpPr>
          <p:cNvPr id="9" name="callout-number-1-Найдите">
            <a:extLst xmlns:a="http://schemas.openxmlformats.org/drawingml/2006/main">
              <a:ext uri="{FF2B5EF4-FFF2-40B4-BE49-F238E27FC236}">
                <a16:creationId xmlns:a16="http://schemas.microsoft.com/office/drawing/2014/main" id="{2652EAB8-4E40-4E09-9B5B-B7011BE0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33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callout-circle-1-Найдите">
            <a:extLst xmlns:a="http://schemas.openxmlformats.org/drawingml/2006/main">
              <a:ext uri="{FF2B5EF4-FFF2-40B4-BE49-F238E27FC236}">
                <a16:creationId xmlns:a16="http://schemas.microsoft.com/office/drawing/2014/main" id="{F6B3E843-53FE-4375-9987-F9B2950F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33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solidFill>
              <a:srgbClr val="246BFD"/>
            </a:solidFill>
            <a:prstDash val="solid"/>
          </a:ln>
        </p:spPr>
      </p:sp>
      <p:sp>
        <p:nvSpPr>
          <p:cNvPr id="11" name="callout-title-Найдите">
            <a:extLst xmlns:a="http://schemas.openxmlformats.org/drawingml/2006/main">
              <a:ext uri="{FF2B5EF4-FFF2-40B4-BE49-F238E27FC236}">
                <a16:creationId xmlns:a16="http://schemas.microsoft.com/office/drawing/2014/main" id="{64586C2D-6557-42D8-9825-1D16C0B4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240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Найдите</a:t>
            </a:r>
          </a:p>
        </p:txBody>
      </p:sp>
      <p:sp>
        <p:nvSpPr>
          <p:cNvPr id="12" name="callout-body-Найдите">
            <a:extLst xmlns:a="http://schemas.openxmlformats.org/drawingml/2006/main">
              <a:ext uri="{FF2B5EF4-FFF2-40B4-BE49-F238E27FC236}">
                <a16:creationId xmlns:a16="http://schemas.microsoft.com/office/drawing/2014/main" id="{7A57CBDB-30A0-4203-8C65-761FE2A9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288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По ID, объекту или описанию.</a:t>
            </a:r>
          </a:p>
        </p:txBody>
      </p:sp>
      <p:sp>
        <p:nvSpPr>
          <p:cNvPr id="13" name="callout-number-2-Отфильтруйте">
            <a:extLst xmlns:a="http://schemas.openxmlformats.org/drawingml/2006/main">
              <a:ext uri="{FF2B5EF4-FFF2-40B4-BE49-F238E27FC236}">
                <a16:creationId xmlns:a16="http://schemas.microsoft.com/office/drawing/2014/main" id="{6DCF6D90-8F2B-4142-ADCF-76055AA6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callout-circle-2-Отфильтруйте">
            <a:extLst xmlns:a="http://schemas.openxmlformats.org/drawingml/2006/main">
              <a:ext uri="{FF2B5EF4-FFF2-40B4-BE49-F238E27FC236}">
                <a16:creationId xmlns:a16="http://schemas.microsoft.com/office/drawing/2014/main" id="{406F25E8-345E-4F5C-B3A2-8FE7F122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solidFill>
              <a:srgbClr val="246BFD"/>
            </a:solidFill>
            <a:prstDash val="solid"/>
          </a:ln>
        </p:spPr>
      </p:sp>
      <p:sp>
        <p:nvSpPr>
          <p:cNvPr id="15" name="callout-title-Отфильтруйте">
            <a:extLst xmlns:a="http://schemas.openxmlformats.org/drawingml/2006/main">
              <a:ext uri="{FF2B5EF4-FFF2-40B4-BE49-F238E27FC236}">
                <a16:creationId xmlns:a16="http://schemas.microsoft.com/office/drawing/2014/main" id="{76B631C7-0949-4457-AB69-C017B4F9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8607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Отфильтруйте</a:t>
            </a:r>
          </a:p>
        </p:txBody>
      </p:sp>
      <p:sp>
        <p:nvSpPr>
          <p:cNvPr id="16" name="callout-body-Отфильтруйте">
            <a:extLst xmlns:a="http://schemas.openxmlformats.org/drawingml/2006/main">
              <a:ext uri="{FF2B5EF4-FFF2-40B4-BE49-F238E27FC236}">
                <a16:creationId xmlns:a16="http://schemas.microsoft.com/office/drawing/2014/main" id="{E4C2538E-C45B-4BA1-B8AC-90825D6E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9087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Статус, приоритет, GPS-близость и сортировка.</a:t>
            </a:r>
          </a:p>
        </p:txBody>
      </p:sp>
      <p:sp>
        <p:nvSpPr>
          <p:cNvPr id="17" name="callout-number-3-Экспортируйте">
            <a:extLst xmlns:a="http://schemas.openxmlformats.org/drawingml/2006/main">
              <a:ext uri="{FF2B5EF4-FFF2-40B4-BE49-F238E27FC236}">
                <a16:creationId xmlns:a16="http://schemas.microsoft.com/office/drawing/2014/main" id="{353A090B-C024-48C5-B627-6135E79E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callout-circle-3-Экспортируйте">
            <a:extLst xmlns:a="http://schemas.openxmlformats.org/drawingml/2006/main">
              <a:ext uri="{FF2B5EF4-FFF2-40B4-BE49-F238E27FC236}">
                <a16:creationId xmlns:a16="http://schemas.microsoft.com/office/drawing/2014/main" id="{4084433A-FBE5-4FB0-A769-5CE946FB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75D"/>
          </a:solidFill>
          <a:ln xmlns:a="http://schemas.openxmlformats.org/drawingml/2006/main" w="0">
            <a:solidFill>
              <a:srgbClr val="11875D"/>
            </a:solidFill>
            <a:prstDash val="solid"/>
          </a:ln>
        </p:spPr>
      </p:sp>
      <p:sp>
        <p:nvSpPr>
          <p:cNvPr id="19" name="callout-title-Экспортируйте">
            <a:extLst xmlns:a="http://schemas.openxmlformats.org/drawingml/2006/main">
              <a:ext uri="{FF2B5EF4-FFF2-40B4-BE49-F238E27FC236}">
                <a16:creationId xmlns:a16="http://schemas.microsoft.com/office/drawing/2014/main" id="{05C21070-12EB-4834-89F2-8925D702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767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Экспортируйте</a:t>
            </a:r>
          </a:p>
        </p:txBody>
      </p:sp>
      <p:sp>
        <p:nvSpPr>
          <p:cNvPr id="20" name="callout-body-Экспортируйте">
            <a:extLst xmlns:a="http://schemas.openxmlformats.org/drawingml/2006/main">
              <a:ext uri="{FF2B5EF4-FFF2-40B4-BE49-F238E27FC236}">
                <a16:creationId xmlns:a16="http://schemas.microsoft.com/office/drawing/2014/main" id="{7CFC065D-95EC-4A35-AD0F-97C14C2B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81525"/>
            <a:ext cx="2381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XLSX формируется для текущего проекта и учитывает скрытые поля.</a:t>
            </a:r>
          </a:p>
        </p:txBody>
      </p:sp>
    </p:spTree>
    <p:extLst>
      <p:ext uri="{BB962C8B-B14F-4D97-AF65-F5344CB8AC3E}">
        <p14:creationId xmlns:p14="http://schemas.microsoft.com/office/powerpoint/2010/main" val="7906555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9">
            <a:extLst xmlns:a="http://schemas.openxmlformats.org/drawingml/2006/main">
              <a:ext uri="{FF2B5EF4-FFF2-40B4-BE49-F238E27FC236}">
                <a16:creationId xmlns:a16="http://schemas.microsoft.com/office/drawing/2014/main" id="{0BC8FC4A-0ACE-4834-9F68-6194C04A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БАЗА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5C50681F-1D54-4F7B-ABDF-9BE340AC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25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Массовые действия требуют осознанного выбора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9197E3E9-0D7B-48AE-A78D-F344C51B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8D0B96C2-FC3B-4DB0-8B53-3AFF4316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link-РАЗДЕЛЫ">
            <a:extLst xmlns:a="http://schemas.openxmlformats.org/drawingml/2006/main">
              <a:ext uri="{FF2B5EF4-FFF2-40B4-BE49-F238E27FC236}">
                <a16:creationId xmlns:a16="http://schemas.microsoft.com/office/drawing/2014/main" id="{BE3F69C4-08E3-42C3-AC03-19E0BE5C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37c9ef883d3a4928" action="ppaction://hlinksldjump"/>
              </a:rPr>
              <a:t>РАЗДЕЛЫ</a:t>
            </a:r>
          </a:p>
        </p:txBody>
      </p:sp>
      <p:sp>
        <p:nvSpPr>
          <p:cNvPr id="6" name="link-←">
            <a:extLst xmlns:a="http://schemas.openxmlformats.org/drawingml/2006/main">
              <a:ext uri="{FF2B5EF4-FFF2-40B4-BE49-F238E27FC236}">
                <a16:creationId xmlns:a16="http://schemas.microsoft.com/office/drawing/2014/main" id="{A1363126-0DBB-4FF8-B163-DBDF8D38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05550"/>
            <a:ext cx="571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bd343e1599964c98" action="ppaction://hlinksldjump"/>
              </a:rPr>
              <a:t>←</a:t>
            </a:r>
          </a:p>
        </p:txBody>
      </p:sp>
      <p:sp>
        <p:nvSpPr>
          <p:cNvPr id="7" name="link-→">
            <a:extLst xmlns:a="http://schemas.openxmlformats.org/drawingml/2006/main">
              <a:ext uri="{FF2B5EF4-FFF2-40B4-BE49-F238E27FC236}">
                <a16:creationId xmlns:a16="http://schemas.microsoft.com/office/drawing/2014/main" id="{39C7DA0E-B96F-4A7C-8231-DCD84CF0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A45"/>
          </a:solidFill>
          <a:ln xmlns:a="http://schemas.openxmlformats.org/drawingml/2006/main" w="9525">
            <a:solidFill>
              <a:srgbClr val="071A45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55d591b9cc9745ae" action="ppaction://hlinksldjump"/>
              </a:rPr>
              <a:t>→</a:t>
            </a:r>
          </a:p>
        </p:txBody>
      </p:sp>
      <p:sp>
        <p:nvSpPr>
          <p:cNvPr id="8" name="bulk-left">
            <a:extLst xmlns:a="http://schemas.openxmlformats.org/drawingml/2006/main">
              <a:ext uri="{FF2B5EF4-FFF2-40B4-BE49-F238E27FC236}">
                <a16:creationId xmlns:a16="http://schemas.microsoft.com/office/drawing/2014/main" id="{D1E02663-DB5C-4D6E-9C62-FEB057B8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9" name="bulk-title">
            <a:extLst xmlns:a="http://schemas.openxmlformats.org/drawingml/2006/main">
              <a:ext uri="{FF2B5EF4-FFF2-40B4-BE49-F238E27FC236}">
                <a16:creationId xmlns:a16="http://schemas.microsoft.com/office/drawing/2014/main" id="{54FAC714-544D-4C79-AC1D-1E2C25D6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Работа с выборкой</a:t>
            </a:r>
          </a:p>
        </p:txBody>
      </p:sp>
      <p:sp>
        <p:nvSpPr>
          <p:cNvPr id="10" name="bulk-n-0">
            <a:extLst xmlns:a="http://schemas.openxmlformats.org/drawingml/2006/main">
              <a:ext uri="{FF2B5EF4-FFF2-40B4-BE49-F238E27FC236}">
                <a16:creationId xmlns:a16="http://schemas.microsoft.com/office/drawing/2014/main" id="{47840EB8-5A0A-4785-B721-030D6F5D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bulk-t-0">
            <a:extLst xmlns:a="http://schemas.openxmlformats.org/drawingml/2006/main">
              <a:ext uri="{FF2B5EF4-FFF2-40B4-BE49-F238E27FC236}">
                <a16:creationId xmlns:a16="http://schemas.microsoft.com/office/drawing/2014/main" id="{0AFC871F-1F78-4F35-9512-C54B10F2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Нажмите «Выбрать всё» или отметьте конкретные записи.</a:t>
            </a:r>
          </a:p>
        </p:txBody>
      </p:sp>
      <p:sp>
        <p:nvSpPr>
          <p:cNvPr id="12" name="bulk-n-1">
            <a:extLst xmlns:a="http://schemas.openxmlformats.org/drawingml/2006/main">
              <a:ext uri="{FF2B5EF4-FFF2-40B4-BE49-F238E27FC236}">
                <a16:creationId xmlns:a16="http://schemas.microsoft.com/office/drawing/2014/main" id="{EEAC0340-4229-49CA-93F0-CB011C02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bulk-t-1">
            <a:extLst xmlns:a="http://schemas.openxmlformats.org/drawingml/2006/main">
              <a:ext uri="{FF2B5EF4-FFF2-40B4-BE49-F238E27FC236}">
                <a16:creationId xmlns:a16="http://schemas.microsoft.com/office/drawing/2014/main" id="{37AF1BEE-53A3-4F37-B1FC-70FAF57C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04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Перед сменой статуса проверьте число выбранных элементов.</a:t>
            </a:r>
          </a:p>
        </p:txBody>
      </p:sp>
      <p:sp>
        <p:nvSpPr>
          <p:cNvPr id="14" name="bulk-n-2">
            <a:extLst xmlns:a="http://schemas.openxmlformats.org/drawingml/2006/main">
              <a:ext uri="{FF2B5EF4-FFF2-40B4-BE49-F238E27FC236}">
                <a16:creationId xmlns:a16="http://schemas.microsoft.com/office/drawing/2014/main" id="{C4369AEC-A1DC-4160-A5E9-863CDEF4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bulk-t-2">
            <a:extLst xmlns:a="http://schemas.openxmlformats.org/drawingml/2006/main">
              <a:ext uri="{FF2B5EF4-FFF2-40B4-BE49-F238E27FC236}">
                <a16:creationId xmlns:a16="http://schemas.microsoft.com/office/drawing/2014/main" id="{EF9C3C11-7899-452D-B3CB-7A72C254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290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Экспортируйте XLSX до крупного пакетного изменения.</a:t>
            </a:r>
          </a:p>
        </p:txBody>
      </p:sp>
      <p:sp>
        <p:nvSpPr>
          <p:cNvPr id="16" name="bulk-n-3">
            <a:extLst xmlns:a="http://schemas.openxmlformats.org/drawingml/2006/main">
              <a:ext uri="{FF2B5EF4-FFF2-40B4-BE49-F238E27FC236}">
                <a16:creationId xmlns:a16="http://schemas.microsoft.com/office/drawing/2014/main" id="{6067C396-3BB2-4522-BE42-D753EC71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bulk-t-3">
            <a:extLst xmlns:a="http://schemas.openxmlformats.org/drawingml/2006/main">
              <a:ext uri="{FF2B5EF4-FFF2-40B4-BE49-F238E27FC236}">
                <a16:creationId xmlns:a16="http://schemas.microsoft.com/office/drawing/2014/main" id="{34869FD7-5F04-4259-BEAC-485DFC98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Для проверки качества используйте «Проверить».</a:t>
            </a:r>
          </a:p>
        </p:txBody>
      </p:sp>
      <p:sp>
        <p:nvSpPr>
          <p:cNvPr id="18" name="bulk-warning">
            <a:extLst xmlns:a="http://schemas.openxmlformats.org/drawingml/2006/main">
              <a:ext uri="{FF2B5EF4-FFF2-40B4-BE49-F238E27FC236}">
                <a16:creationId xmlns:a16="http://schemas.microsoft.com/office/drawing/2014/main" id="{C71BACB4-CE75-497E-B461-23A4D318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4578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9525">
            <a:solidFill>
              <a:srgbClr val="F2C99E"/>
            </a:solidFill>
            <a:prstDash val="solid"/>
          </a:ln>
        </p:spPr>
      </p:sp>
      <p:sp>
        <p:nvSpPr>
          <p:cNvPr id="19" name="warning-title">
            <a:extLst xmlns:a="http://schemas.openxmlformats.org/drawingml/2006/main">
              <a:ext uri="{FF2B5EF4-FFF2-40B4-BE49-F238E27FC236}">
                <a16:creationId xmlns:a16="http://schemas.microsoft.com/office/drawing/2014/main" id="{6CFE9118-C5EA-4272-A60C-15F8F9BE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681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96812"/>
                </a:solidFill>
                <a:latin typeface="Arial"/>
                <a:ea typeface="Arial"/>
                <a:cs typeface="Arial"/>
              </a:rPr>
              <a:t>Перед необратимым действием</a:t>
            </a:r>
          </a:p>
        </p:txBody>
      </p:sp>
      <p:sp>
        <p:nvSpPr>
          <p:cNvPr id="20" name="warning-body">
            <a:extLst xmlns:a="http://schemas.openxmlformats.org/drawingml/2006/main">
              <a:ext uri="{FF2B5EF4-FFF2-40B4-BE49-F238E27FC236}">
                <a16:creationId xmlns:a16="http://schemas.microsoft.com/office/drawing/2014/main" id="{4487EADA-639B-453A-8629-51670167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Сделайте ZIP-backup проекта. Он включает записи, фотографии, параметры расчёта и настройки проекта.</a:t>
            </a:r>
          </a:p>
        </p:txBody>
      </p:sp>
      <p:sp>
        <p:nvSpPr>
          <p:cNvPr id="21" name="warning-note">
            <a:extLst xmlns:a="http://schemas.openxmlformats.org/drawingml/2006/main">
              <a:ext uri="{FF2B5EF4-FFF2-40B4-BE49-F238E27FC236}">
                <a16:creationId xmlns:a16="http://schemas.microsoft.com/office/drawing/2014/main" id="{B6EF8832-D97B-4292-BEEA-AD364921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Если результат не тот — восстановите архив как копию, сравните данные и только потом перезаписывайте рабочий проект.</a:t>
            </a:r>
          </a:p>
        </p:txBody>
      </p:sp>
    </p:spTree>
    <p:extLst>
      <p:ext uri="{BB962C8B-B14F-4D97-AF65-F5344CB8AC3E}">
        <p14:creationId xmlns:p14="http://schemas.microsoft.com/office/powerpoint/2010/main" val="7208273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10">
            <a:extLst xmlns:a="http://schemas.openxmlformats.org/drawingml/2006/main">
              <a:ext uri="{FF2B5EF4-FFF2-40B4-BE49-F238E27FC236}">
                <a16:creationId xmlns:a16="http://schemas.microsoft.com/office/drawing/2014/main" id="{B2607AC7-F43F-40DA-92A6-500A2F04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МОНИТОРИНГ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6D36C42E-A9CD-4990-B020-396E8048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25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Каждый обход создаёт отдельный список</a:t>
            </a: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3B8092D8-E1A2-4750-8441-A416B47E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DCC2BFBF-C2ED-4E24-88B5-49D21CFF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link-РАЗДЕЛЫ">
            <a:extLst xmlns:a="http://schemas.openxmlformats.org/drawingml/2006/main">
              <a:ext uri="{FF2B5EF4-FFF2-40B4-BE49-F238E27FC236}">
                <a16:creationId xmlns:a16="http://schemas.microsoft.com/office/drawing/2014/main" id="{60644FC1-FCB9-4F0C-8445-72239457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43cada0ef28b4dc8" action="ppaction://hlinksldjump"/>
              </a:rPr>
              <a:t>РАЗДЕЛЫ</a:t>
            </a:r>
          </a:p>
        </p:txBody>
      </p:sp>
      <p:sp>
        <p:nvSpPr>
          <p:cNvPr id="6" name="link-←">
            <a:extLst xmlns:a="http://schemas.openxmlformats.org/drawingml/2006/main">
              <a:ext uri="{FF2B5EF4-FFF2-40B4-BE49-F238E27FC236}">
                <a16:creationId xmlns:a16="http://schemas.microsoft.com/office/drawing/2014/main" id="{A9473421-373C-4D34-A745-D407FE4C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05550"/>
            <a:ext cx="571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385ad40851774134" action="ppaction://hlinksldjump"/>
              </a:rPr>
              <a:t>←</a:t>
            </a:r>
          </a:p>
        </p:txBody>
      </p:sp>
      <p:sp>
        <p:nvSpPr>
          <p:cNvPr id="7" name="link-→">
            <a:extLst xmlns:a="http://schemas.openxmlformats.org/drawingml/2006/main">
              <a:ext uri="{FF2B5EF4-FFF2-40B4-BE49-F238E27FC236}">
                <a16:creationId xmlns:a16="http://schemas.microsoft.com/office/drawing/2014/main" id="{26FCBD2B-BF45-4FAF-B6EB-2E6F07DA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A45"/>
          </a:solidFill>
          <a:ln xmlns:a="http://schemas.openxmlformats.org/drawingml/2006/main" w="9525">
            <a:solidFill>
              <a:srgbClr val="071A45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04c5816c47594a24" action="ppaction://hlinksldjump"/>
              </a:rPr>
              <a:t>→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18b365a6243fc"/>
          <a:stretch xmlns:a="http://schemas.openxmlformats.org/drawingml/2006/main"/>
        </p:blipFill>
        <p:spPr>
          <a:xfrm xmlns:a="http://schemas.openxmlformats.org/drawingml/2006/main">
            <a:off x="543983" y="1600200"/>
            <a:ext cx="7484533" cy="4210050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  <p:sp>
        <p:nvSpPr>
          <p:cNvPr id="9" name="round-label">
            <a:extLst xmlns:a="http://schemas.openxmlformats.org/drawingml/2006/main">
              <a:ext uri="{FF2B5EF4-FFF2-40B4-BE49-F238E27FC236}">
                <a16:creationId xmlns:a16="http://schemas.microsoft.com/office/drawing/2014/main" id="{8262241B-DD4E-4831-B45C-E471D1E0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0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Обход №1</a:t>
            </a:r>
          </a:p>
        </p:txBody>
      </p:sp>
      <p:sp>
        <p:nvSpPr>
          <p:cNvPr id="10" name="round-body">
            <a:extLst xmlns:a="http://schemas.openxmlformats.org/drawingml/2006/main">
              <a:ext uri="{FF2B5EF4-FFF2-40B4-BE49-F238E27FC236}">
                <a16:creationId xmlns:a16="http://schemas.microsoft.com/office/drawing/2014/main" id="{8F94ED5A-6AE0-4646-8F3E-E0D81817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285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«К проверке» показывает оставшиеся теги, «Проверено» — записи с результатом текущего обхода.</a:t>
            </a:r>
          </a:p>
        </p:txBody>
      </p:sp>
      <p:sp>
        <p:nvSpPr>
          <p:cNvPr id="11" name="round-history">
            <a:extLst xmlns:a="http://schemas.openxmlformats.org/drawingml/2006/main">
              <a:ext uri="{FF2B5EF4-FFF2-40B4-BE49-F238E27FC236}">
                <a16:creationId xmlns:a16="http://schemas.microsoft.com/office/drawing/2014/main" id="{E88BAE66-4C5E-439C-816E-CD860C27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052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A45"/>
                </a:solidFill>
                <a:latin typeface="Arial"/>
                <a:ea typeface="Arial"/>
                <a:cs typeface="Arial"/>
              </a:rPr>
              <a:t>Новый обход не удаляет историю предыдущих проверок.</a:t>
            </a:r>
          </a:p>
        </p:txBody>
      </p:sp>
      <p:sp>
        <p:nvSpPr>
          <p:cNvPr id="12" name="round-tip">
            <a:extLst xmlns:a="http://schemas.openxmlformats.org/drawingml/2006/main">
              <a:ext uri="{FF2B5EF4-FFF2-40B4-BE49-F238E27FC236}">
                <a16:creationId xmlns:a16="http://schemas.microsoft.com/office/drawing/2014/main" id="{12722919-929C-478B-B4F8-A09E5285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5300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Совет: завершайте один обход перед началом следующего, чтобы отчётность читалась однозначно.</a:t>
            </a:r>
          </a:p>
        </p:txBody>
      </p:sp>
    </p:spTree>
    <p:extLst>
      <p:ext uri="{BB962C8B-B14F-4D97-AF65-F5344CB8AC3E}">
        <p14:creationId xmlns:p14="http://schemas.microsoft.com/office/powerpoint/2010/main" val="8584203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11">
            <a:extLst xmlns:a="http://schemas.openxmlformats.org/drawingml/2006/main">
              <a:ext uri="{FF2B5EF4-FFF2-40B4-BE49-F238E27FC236}">
                <a16:creationId xmlns:a16="http://schemas.microsoft.com/office/drawing/2014/main" id="{5EA6418F-D2C8-489D-B16E-804FBDE3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МОНИТОРИНГ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5505708F-9BC4-4CB9-965C-B418B454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25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Результат проверки сохраняет историю</a:t>
            </a:r>
          </a:p>
        </p:txBody>
      </p:sp>
      <p:sp>
        <p:nvSpPr>
          <p:cNvPr id="3" name="rule-11">
            <a:extLst xmlns:a="http://schemas.openxmlformats.org/drawingml/2006/main">
              <a:ext uri="{FF2B5EF4-FFF2-40B4-BE49-F238E27FC236}">
                <a16:creationId xmlns:a16="http://schemas.microsoft.com/office/drawing/2014/main" id="{B5E098DF-657D-4FC8-9353-DED9305E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9C1E1F15-C397-4C2E-A2B2-FCCD43C5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link-РАЗДЕЛЫ">
            <a:extLst xmlns:a="http://schemas.openxmlformats.org/drawingml/2006/main">
              <a:ext uri="{FF2B5EF4-FFF2-40B4-BE49-F238E27FC236}">
                <a16:creationId xmlns:a16="http://schemas.microsoft.com/office/drawing/2014/main" id="{81692462-DAA5-4492-A8B4-2DDB4E64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2ff3b2de8d594de3" action="ppaction://hlinksldjump"/>
              </a:rPr>
              <a:t>РАЗДЕЛЫ</a:t>
            </a:r>
          </a:p>
        </p:txBody>
      </p:sp>
      <p:sp>
        <p:nvSpPr>
          <p:cNvPr id="6" name="link-←">
            <a:extLst xmlns:a="http://schemas.openxmlformats.org/drawingml/2006/main">
              <a:ext uri="{FF2B5EF4-FFF2-40B4-BE49-F238E27FC236}">
                <a16:creationId xmlns:a16="http://schemas.microsoft.com/office/drawing/2014/main" id="{C001B35F-6C7C-42E5-B4F3-7EF4F07D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05550"/>
            <a:ext cx="571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b3b1e6a65cf942fb" action="ppaction://hlinksldjump"/>
              </a:rPr>
              <a:t>←</a:t>
            </a:r>
          </a:p>
        </p:txBody>
      </p:sp>
      <p:sp>
        <p:nvSpPr>
          <p:cNvPr id="7" name="link-→">
            <a:extLst xmlns:a="http://schemas.openxmlformats.org/drawingml/2006/main">
              <a:ext uri="{FF2B5EF4-FFF2-40B4-BE49-F238E27FC236}">
                <a16:creationId xmlns:a16="http://schemas.microsoft.com/office/drawing/2014/main" id="{7B90B767-5FCD-4BA1-8D22-8B2B2282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A45"/>
          </a:solidFill>
          <a:ln xmlns:a="http://schemas.openxmlformats.org/drawingml/2006/main" w="9525">
            <a:solidFill>
              <a:srgbClr val="071A45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c9eae034ccaa4ab2" action="ppaction://hlinksldjump"/>
              </a:rPr>
              <a:t>→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044d093964b99"/>
          <a:stretch xmlns:a="http://schemas.openxmlformats.org/drawingml/2006/main"/>
        </p:blipFill>
        <p:spPr>
          <a:xfrm xmlns:a="http://schemas.openxmlformats.org/drawingml/2006/main">
            <a:off x="543983" y="1600200"/>
            <a:ext cx="7484533" cy="4210050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  <p:sp>
        <p:nvSpPr>
          <p:cNvPr id="9" name="result-title">
            <a:extLst xmlns:a="http://schemas.openxmlformats.org/drawingml/2006/main">
              <a:ext uri="{FF2B5EF4-FFF2-40B4-BE49-F238E27FC236}">
                <a16:creationId xmlns:a16="http://schemas.microsoft.com/office/drawing/2014/main" id="{82EBB905-7BA0-45E8-ADEA-FD0A01E7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716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Выберите результат</a:t>
            </a:r>
          </a:p>
        </p:txBody>
      </p:sp>
      <p:sp>
        <p:nvSpPr>
          <p:cNvPr id="10" name="result-dot-0">
            <a:extLst xmlns:a="http://schemas.openxmlformats.org/drawingml/2006/main">
              <a:ext uri="{FF2B5EF4-FFF2-40B4-BE49-F238E27FC236}">
                <a16:creationId xmlns:a16="http://schemas.microsoft.com/office/drawing/2014/main" id="{E150107F-FBBC-406A-8973-8460042D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90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solidFill>
              <a:srgbClr val="246BFD"/>
            </a:solidFill>
            <a:prstDash val="solid"/>
          </a:ln>
        </p:spPr>
      </p:sp>
      <p:sp>
        <p:nvSpPr>
          <p:cNvPr id="11" name="result-label-0">
            <a:extLst xmlns:a="http://schemas.openxmlformats.org/drawingml/2006/main">
              <a:ext uri="{FF2B5EF4-FFF2-40B4-BE49-F238E27FC236}">
                <a16:creationId xmlns:a16="http://schemas.microsoft.com/office/drawing/2014/main" id="{C2AF5D3F-CE79-4CE6-93B6-23CE2D93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05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Утечка сохраняется</a:t>
            </a:r>
          </a:p>
        </p:txBody>
      </p:sp>
      <p:sp>
        <p:nvSpPr>
          <p:cNvPr id="12" name="result-dot-1">
            <a:extLst xmlns:a="http://schemas.openxmlformats.org/drawingml/2006/main">
              <a:ext uri="{FF2B5EF4-FFF2-40B4-BE49-F238E27FC236}">
                <a16:creationId xmlns:a16="http://schemas.microsoft.com/office/drawing/2014/main" id="{602B7CFB-D7E9-4454-B0E9-9D6879D1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43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812"/>
          </a:solidFill>
          <a:ln xmlns:a="http://schemas.openxmlformats.org/drawingml/2006/main" w="0">
            <a:solidFill>
              <a:srgbClr val="C96812"/>
            </a:solidFill>
            <a:prstDash val="solid"/>
          </a:ln>
        </p:spPr>
      </p:sp>
      <p:sp>
        <p:nvSpPr>
          <p:cNvPr id="13" name="result-label-1">
            <a:extLst xmlns:a="http://schemas.openxmlformats.org/drawingml/2006/main">
              <a:ext uri="{FF2B5EF4-FFF2-40B4-BE49-F238E27FC236}">
                <a16:creationId xmlns:a16="http://schemas.microsoft.com/office/drawing/2014/main" id="{ACEC1920-16B6-4EAA-9692-B620AA63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68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6812"/>
                </a:solidFill>
                <a:latin typeface="Arial"/>
                <a:ea typeface="Arial"/>
                <a:cs typeface="Arial"/>
              </a:rPr>
              <a:t>Утечка в ремонте</a:t>
            </a:r>
          </a:p>
        </p:txBody>
      </p:sp>
      <p:sp>
        <p:nvSpPr>
          <p:cNvPr id="14" name="result-dot-2">
            <a:extLst xmlns:a="http://schemas.openxmlformats.org/drawingml/2006/main">
              <a:ext uri="{FF2B5EF4-FFF2-40B4-BE49-F238E27FC236}">
                <a16:creationId xmlns:a16="http://schemas.microsoft.com/office/drawing/2014/main" id="{88CC89EF-8530-47A2-8BDF-13C816DD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95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75D"/>
          </a:solidFill>
          <a:ln xmlns:a="http://schemas.openxmlformats.org/drawingml/2006/main" w="0">
            <a:solidFill>
              <a:srgbClr val="11875D"/>
            </a:solidFill>
            <a:prstDash val="solid"/>
          </a:ln>
        </p:spPr>
      </p:sp>
      <p:sp>
        <p:nvSpPr>
          <p:cNvPr id="15" name="result-label-2">
            <a:extLst xmlns:a="http://schemas.openxmlformats.org/drawingml/2006/main">
              <a:ext uri="{FF2B5EF4-FFF2-40B4-BE49-F238E27FC236}">
                <a16:creationId xmlns:a16="http://schemas.microsoft.com/office/drawing/2014/main" id="{F5317E04-2CB2-4797-A9BD-79292515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99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Утечка устранена</a:t>
            </a:r>
          </a:p>
        </p:txBody>
      </p:sp>
      <p:sp>
        <p:nvSpPr>
          <p:cNvPr id="16" name="result-note">
            <a:extLst xmlns:a="http://schemas.openxmlformats.org/drawingml/2006/main">
              <a:ext uri="{FF2B5EF4-FFF2-40B4-BE49-F238E27FC236}">
                <a16:creationId xmlns:a16="http://schemas.microsoft.com/office/drawing/2014/main" id="{4EF6F778-42A2-4DCC-829C-1A05CBD6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952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F6673"/>
                </a:solidFill>
                <a:latin typeface="Arial"/>
                <a:ea typeface="Arial"/>
                <a:cs typeface="Arial"/>
              </a:rPr>
              <a:t>Комментарий и МТР объясняют решение. Фото мониторинга обязательно только если это включено в настройках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20126005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2">
            <a:extLst xmlns:a="http://schemas.openxmlformats.org/drawingml/2006/main">
              <a:ext uri="{FF2B5EF4-FFF2-40B4-BE49-F238E27FC236}">
                <a16:creationId xmlns:a16="http://schemas.microsoft.com/office/drawing/2014/main" id="{32116F45-DA86-4A7D-8CA2-ABC66B29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КАРТА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A0CC949C-475F-4603-9775-7B6BD780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25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8666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Карта объединяет поиск, фильтры и полевую навигацию</a:t>
            </a:r>
          </a:p>
        </p:txBody>
      </p:sp>
      <p:sp>
        <p:nvSpPr>
          <p:cNvPr id="3" name="rule-12">
            <a:extLst xmlns:a="http://schemas.openxmlformats.org/drawingml/2006/main">
              <a:ext uri="{FF2B5EF4-FFF2-40B4-BE49-F238E27FC236}">
                <a16:creationId xmlns:a16="http://schemas.microsoft.com/office/drawing/2014/main" id="{B71ACCA3-8F00-4D71-B40F-5B4C249F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0E45C4AC-F07C-4934-82BC-D3C1D623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link-РАЗДЕЛЫ">
            <a:extLst xmlns:a="http://schemas.openxmlformats.org/drawingml/2006/main">
              <a:ext uri="{FF2B5EF4-FFF2-40B4-BE49-F238E27FC236}">
                <a16:creationId xmlns:a16="http://schemas.microsoft.com/office/drawing/2014/main" id="{BF9EF564-7F5E-4D76-A57F-B0A2C6BF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4ceb55811221444c" action="ppaction://hlinksldjump"/>
              </a:rPr>
              <a:t>РАЗДЕЛЫ</a:t>
            </a:r>
          </a:p>
        </p:txBody>
      </p:sp>
      <p:sp>
        <p:nvSpPr>
          <p:cNvPr id="6" name="link-←">
            <a:extLst xmlns:a="http://schemas.openxmlformats.org/drawingml/2006/main">
              <a:ext uri="{FF2B5EF4-FFF2-40B4-BE49-F238E27FC236}">
                <a16:creationId xmlns:a16="http://schemas.microsoft.com/office/drawing/2014/main" id="{C730D010-4C3C-4E9A-9A0A-DFF04D1A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05550"/>
            <a:ext cx="571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e7ea4b18efb848c7" action="ppaction://hlinksldjump"/>
              </a:rPr>
              <a:t>←</a:t>
            </a:r>
          </a:p>
        </p:txBody>
      </p:sp>
      <p:sp>
        <p:nvSpPr>
          <p:cNvPr id="7" name="link-→">
            <a:extLst xmlns:a="http://schemas.openxmlformats.org/drawingml/2006/main">
              <a:ext uri="{FF2B5EF4-FFF2-40B4-BE49-F238E27FC236}">
                <a16:creationId xmlns:a16="http://schemas.microsoft.com/office/drawing/2014/main" id="{3F1F7BA1-D931-49AA-A283-A151B124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A45"/>
          </a:solidFill>
          <a:ln xmlns:a="http://schemas.openxmlformats.org/drawingml/2006/main" w="9525">
            <a:solidFill>
              <a:srgbClr val="071A45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33c9617e940f4827" action="ppaction://hlinksldjump"/>
              </a:rPr>
              <a:t>→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db042a8f14391"/>
          <a:stretch xmlns:a="http://schemas.openxmlformats.org/drawingml/2006/main"/>
        </p:blipFill>
        <p:spPr>
          <a:xfrm xmlns:a="http://schemas.openxmlformats.org/drawingml/2006/main">
            <a:off x="523875" y="1581150"/>
            <a:ext cx="762000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9" name="callout-number-1-Фильтры">
            <a:extLst xmlns:a="http://schemas.openxmlformats.org/drawingml/2006/main">
              <a:ext uri="{FF2B5EF4-FFF2-40B4-BE49-F238E27FC236}">
                <a16:creationId xmlns:a16="http://schemas.microsoft.com/office/drawing/2014/main" id="{CFD72F00-F8B3-4C60-BF2D-A8E317E0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callout-circle-1-Фильтры">
            <a:extLst xmlns:a="http://schemas.openxmlformats.org/drawingml/2006/main">
              <a:ext uri="{FF2B5EF4-FFF2-40B4-BE49-F238E27FC236}">
                <a16:creationId xmlns:a16="http://schemas.microsoft.com/office/drawing/2014/main" id="{61B81391-265D-4DD5-9C38-74634394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solidFill>
              <a:srgbClr val="246BFD"/>
            </a:solidFill>
            <a:prstDash val="solid"/>
          </a:ln>
        </p:spPr>
      </p:sp>
      <p:sp>
        <p:nvSpPr>
          <p:cNvPr id="11" name="callout-title-Фильтры">
            <a:extLst xmlns:a="http://schemas.openxmlformats.org/drawingml/2006/main">
              <a:ext uri="{FF2B5EF4-FFF2-40B4-BE49-F238E27FC236}">
                <a16:creationId xmlns:a16="http://schemas.microsoft.com/office/drawing/2014/main" id="{2D7C38A8-B0DE-40B9-96BC-3C759341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43075"/>
            <a:ext cx="2305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Фильтры</a:t>
            </a:r>
          </a:p>
        </p:txBody>
      </p:sp>
      <p:sp>
        <p:nvSpPr>
          <p:cNvPr id="12" name="callout-body-Фильтры">
            <a:extLst xmlns:a="http://schemas.openxmlformats.org/drawingml/2006/main">
              <a:ext uri="{FF2B5EF4-FFF2-40B4-BE49-F238E27FC236}">
                <a16:creationId xmlns:a16="http://schemas.microsoft.com/office/drawing/2014/main" id="{5FE23F46-50DD-41AB-BE3B-F9859CC6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47875"/>
            <a:ext cx="2305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Статус и приоритет меняют видимую выборку.</a:t>
            </a:r>
          </a:p>
        </p:txBody>
      </p:sp>
      <p:sp>
        <p:nvSpPr>
          <p:cNvPr id="13" name="callout-number-2-Моя геопозиция">
            <a:extLst xmlns:a="http://schemas.openxmlformats.org/drawingml/2006/main">
              <a:ext uri="{FF2B5EF4-FFF2-40B4-BE49-F238E27FC236}">
                <a16:creationId xmlns:a16="http://schemas.microsoft.com/office/drawing/2014/main" id="{58429D2E-72B4-40F2-A078-66F8EFA5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callout-circle-2-Моя геопозиция">
            <a:extLst xmlns:a="http://schemas.openxmlformats.org/drawingml/2006/main">
              <a:ext uri="{FF2B5EF4-FFF2-40B4-BE49-F238E27FC236}">
                <a16:creationId xmlns:a16="http://schemas.microsoft.com/office/drawing/2014/main" id="{8BEB3D6D-3A81-4B50-B90D-B2B14498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solidFill>
              <a:srgbClr val="246BFD"/>
            </a:solidFill>
            <a:prstDash val="solid"/>
          </a:ln>
        </p:spPr>
      </p:sp>
      <p:sp>
        <p:nvSpPr>
          <p:cNvPr id="15" name="callout-title-Моя геопозиция">
            <a:extLst xmlns:a="http://schemas.openxmlformats.org/drawingml/2006/main">
              <a:ext uri="{FF2B5EF4-FFF2-40B4-BE49-F238E27FC236}">
                <a16:creationId xmlns:a16="http://schemas.microsoft.com/office/drawing/2014/main" id="{F2B51E8B-AD01-4C68-857C-C536F7EF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76575"/>
            <a:ext cx="2305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Моя геопозиция</a:t>
            </a:r>
          </a:p>
        </p:txBody>
      </p:sp>
      <p:sp>
        <p:nvSpPr>
          <p:cNvPr id="16" name="callout-body-Моя геопозиция">
            <a:extLst xmlns:a="http://schemas.openxmlformats.org/drawingml/2006/main">
              <a:ext uri="{FF2B5EF4-FFF2-40B4-BE49-F238E27FC236}">
                <a16:creationId xmlns:a16="http://schemas.microsoft.com/office/drawing/2014/main" id="{DCDF2AFB-C5DE-4F84-8C9E-03D1C8F5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81375"/>
            <a:ext cx="2305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Быстро вернуть карту к текущему месту.</a:t>
            </a:r>
          </a:p>
        </p:txBody>
      </p:sp>
      <p:sp>
        <p:nvSpPr>
          <p:cNvPr id="17" name="callout-number-3-KML">
            <a:extLst xmlns:a="http://schemas.openxmlformats.org/drawingml/2006/main">
              <a:ext uri="{FF2B5EF4-FFF2-40B4-BE49-F238E27FC236}">
                <a16:creationId xmlns:a16="http://schemas.microsoft.com/office/drawing/2014/main" id="{C8ABF45A-C3A2-4C9B-BA6B-A801BD64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19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callout-circle-3-KML">
            <a:extLst xmlns:a="http://schemas.openxmlformats.org/drawingml/2006/main">
              <a:ext uri="{FF2B5EF4-FFF2-40B4-BE49-F238E27FC236}">
                <a16:creationId xmlns:a16="http://schemas.microsoft.com/office/drawing/2014/main" id="{AD86F2CE-E681-4D4C-B86E-E45F2E98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19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75D"/>
          </a:solidFill>
          <a:ln xmlns:a="http://schemas.openxmlformats.org/drawingml/2006/main" w="0">
            <a:solidFill>
              <a:srgbClr val="11875D"/>
            </a:solidFill>
            <a:prstDash val="solid"/>
          </a:ln>
        </p:spPr>
      </p:sp>
      <p:sp>
        <p:nvSpPr>
          <p:cNvPr id="19" name="callout-title-KML">
            <a:extLst xmlns:a="http://schemas.openxmlformats.org/drawingml/2006/main">
              <a:ext uri="{FF2B5EF4-FFF2-40B4-BE49-F238E27FC236}">
                <a16:creationId xmlns:a16="http://schemas.microsoft.com/office/drawing/2014/main" id="{0E37696D-B8E1-489F-B9EF-F9C58EA5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10075"/>
            <a:ext cx="2305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KML</a:t>
            </a:r>
          </a:p>
        </p:txBody>
      </p:sp>
      <p:sp>
        <p:nvSpPr>
          <p:cNvPr id="20" name="callout-body-KML">
            <a:extLst xmlns:a="http://schemas.openxmlformats.org/drawingml/2006/main">
              <a:ext uri="{FF2B5EF4-FFF2-40B4-BE49-F238E27FC236}">
                <a16:creationId xmlns:a16="http://schemas.microsoft.com/office/drawing/2014/main" id="{56E7BDE7-E44C-4E3B-8E60-F1DDD503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14875"/>
            <a:ext cx="2305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Экспортировать видимые объекты для GIS и Google Earth.</a:t>
            </a:r>
          </a:p>
        </p:txBody>
      </p:sp>
    </p:spTree>
    <p:extLst>
      <p:ext uri="{BB962C8B-B14F-4D97-AF65-F5344CB8AC3E}">
        <p14:creationId xmlns:p14="http://schemas.microsoft.com/office/powerpoint/2010/main" val="6564090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13">
            <a:extLst xmlns:a="http://schemas.openxmlformats.org/drawingml/2006/main">
              <a:ext uri="{FF2B5EF4-FFF2-40B4-BE49-F238E27FC236}">
                <a16:creationId xmlns:a16="http://schemas.microsoft.com/office/drawing/2014/main" id="{BECF19F9-2558-46A9-8425-0A8F2FD3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КАРТА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7DDFF7A2-05DB-4F6A-9901-13C5A606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25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Офлайн-тайлы сохраняют карту без связи</a:t>
            </a:r>
          </a:p>
        </p:txBody>
      </p:sp>
      <p:sp>
        <p:nvSpPr>
          <p:cNvPr id="3" name="rule-13">
            <a:extLst xmlns:a="http://schemas.openxmlformats.org/drawingml/2006/main">
              <a:ext uri="{FF2B5EF4-FFF2-40B4-BE49-F238E27FC236}">
                <a16:creationId xmlns:a16="http://schemas.microsoft.com/office/drawing/2014/main" id="{C1E5114E-C8D8-4942-A6EE-D2DBC6FC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" name="slide-number-13">
            <a:extLst xmlns:a="http://schemas.openxmlformats.org/drawingml/2006/main">
              <a:ext uri="{FF2B5EF4-FFF2-40B4-BE49-F238E27FC236}">
                <a16:creationId xmlns:a16="http://schemas.microsoft.com/office/drawing/2014/main" id="{53DC9C34-58E5-4093-BE70-1AE3B601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link-РАЗДЕЛЫ">
            <a:extLst xmlns:a="http://schemas.openxmlformats.org/drawingml/2006/main">
              <a:ext uri="{FF2B5EF4-FFF2-40B4-BE49-F238E27FC236}">
                <a16:creationId xmlns:a16="http://schemas.microsoft.com/office/drawing/2014/main" id="{993253A4-84CB-43ED-9A17-177F3AD7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2fa2a812bc7f4cd2" action="ppaction://hlinksldjump"/>
              </a:rPr>
              <a:t>РАЗДЕЛЫ</a:t>
            </a:r>
          </a:p>
        </p:txBody>
      </p:sp>
      <p:sp>
        <p:nvSpPr>
          <p:cNvPr id="6" name="link-←">
            <a:extLst xmlns:a="http://schemas.openxmlformats.org/drawingml/2006/main">
              <a:ext uri="{FF2B5EF4-FFF2-40B4-BE49-F238E27FC236}">
                <a16:creationId xmlns:a16="http://schemas.microsoft.com/office/drawing/2014/main" id="{9A5CBFEF-A941-47D6-8E16-212CB651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05550"/>
            <a:ext cx="571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eb3840c7ccd64074" action="ppaction://hlinksldjump"/>
              </a:rPr>
              <a:t>←</a:t>
            </a:r>
          </a:p>
        </p:txBody>
      </p:sp>
      <p:sp>
        <p:nvSpPr>
          <p:cNvPr id="7" name="link-→">
            <a:extLst xmlns:a="http://schemas.openxmlformats.org/drawingml/2006/main">
              <a:ext uri="{FF2B5EF4-FFF2-40B4-BE49-F238E27FC236}">
                <a16:creationId xmlns:a16="http://schemas.microsoft.com/office/drawing/2014/main" id="{50072CD8-9217-464B-977E-FE1C31C2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A45"/>
          </a:solidFill>
          <a:ln xmlns:a="http://schemas.openxmlformats.org/drawingml/2006/main" w="9525">
            <a:solidFill>
              <a:srgbClr val="071A45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e8cb5b271c364cd5" action="ppaction://hlinksldjump"/>
              </a:rPr>
              <a:t>→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a62b3a6114e2e"/>
          <a:stretch xmlns:a="http://schemas.openxmlformats.org/drawingml/2006/main"/>
        </p:blipFill>
        <p:spPr>
          <a:xfrm xmlns:a="http://schemas.openxmlformats.org/drawingml/2006/main">
            <a:off x="527050" y="1581150"/>
            <a:ext cx="7518400" cy="4229100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9" name="offline-before">
            <a:extLst xmlns:a="http://schemas.openxmlformats.org/drawingml/2006/main">
              <a:ext uri="{FF2B5EF4-FFF2-40B4-BE49-F238E27FC236}">
                <a16:creationId xmlns:a16="http://schemas.microsoft.com/office/drawing/2014/main" id="{7D32E277-6DE8-4BA8-8984-04E78536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52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Перед выездом</a:t>
            </a:r>
          </a:p>
        </p:txBody>
      </p:sp>
      <p:sp>
        <p:nvSpPr>
          <p:cNvPr id="10" name="offline-before-body">
            <a:extLst xmlns:a="http://schemas.openxmlformats.org/drawingml/2006/main">
              <a:ext uri="{FF2B5EF4-FFF2-40B4-BE49-F238E27FC236}">
                <a16:creationId xmlns:a16="http://schemas.microsoft.com/office/drawing/2014/main" id="{1E0EECC3-88BD-4140-B59D-18D901EE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Откройте нужный масштаб и скачайте текущую область карты.</a:t>
            </a:r>
          </a:p>
        </p:txBody>
      </p:sp>
      <p:sp>
        <p:nvSpPr>
          <p:cNvPr id="11" name="offline-field">
            <a:extLst xmlns:a="http://schemas.openxmlformats.org/drawingml/2006/main">
              <a:ext uri="{FF2B5EF4-FFF2-40B4-BE49-F238E27FC236}">
                <a16:creationId xmlns:a16="http://schemas.microsoft.com/office/drawing/2014/main" id="{54C4A99E-B1D8-43C7-ACF4-45DB6308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76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В поле</a:t>
            </a:r>
          </a:p>
        </p:txBody>
      </p:sp>
      <p:sp>
        <p:nvSpPr>
          <p:cNvPr id="12" name="offline-field-body">
            <a:extLst xmlns:a="http://schemas.openxmlformats.org/drawingml/2006/main">
              <a:ext uri="{FF2B5EF4-FFF2-40B4-BE49-F238E27FC236}">
                <a16:creationId xmlns:a16="http://schemas.microsoft.com/office/drawing/2014/main" id="{A423C8DF-4A4C-4956-9902-BB2529B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Используйте поиск по бирке и список объектов поверх сохранённых тайлов.</a:t>
            </a:r>
          </a:p>
        </p:txBody>
      </p:sp>
      <p:sp>
        <p:nvSpPr>
          <p:cNvPr id="13" name="offline-repair">
            <a:extLst xmlns:a="http://schemas.openxmlformats.org/drawingml/2006/main">
              <a:ext uri="{FF2B5EF4-FFF2-40B4-BE49-F238E27FC236}">
                <a16:creationId xmlns:a16="http://schemas.microsoft.com/office/drawing/2014/main" id="{91F2086F-64F9-4535-A9EF-45CB4473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9585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F6673"/>
                </a:solidFill>
                <a:latin typeface="Arial"/>
                <a:ea typeface="Arial"/>
                <a:cs typeface="Arial"/>
              </a:rPr>
              <a:t>Если участок отображается неправильно, очистите кэш карты в настройках и загрузите область заново.</a:t>
            </a:r>
          </a:p>
        </p:txBody>
      </p:sp>
    </p:spTree>
    <p:extLst>
      <p:ext uri="{BB962C8B-B14F-4D97-AF65-F5344CB8AC3E}">
        <p14:creationId xmlns:p14="http://schemas.microsoft.com/office/powerpoint/2010/main" val="3877159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4">
            <a:extLst xmlns:a="http://schemas.openxmlformats.org/drawingml/2006/main">
              <a:ext uri="{FF2B5EF4-FFF2-40B4-BE49-F238E27FC236}">
                <a16:creationId xmlns:a16="http://schemas.microsoft.com/office/drawing/2014/main" id="{DA040E29-5F91-4D9C-822B-5B775951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НАСТРОЙКИ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7112E9BF-4D86-43BD-8C43-611185B7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25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Настройки принадлежат конкретному проекту</a:t>
            </a:r>
          </a:p>
        </p:txBody>
      </p:sp>
      <p:sp>
        <p:nvSpPr>
          <p:cNvPr id="3" name="rule-14">
            <a:extLst xmlns:a="http://schemas.openxmlformats.org/drawingml/2006/main">
              <a:ext uri="{FF2B5EF4-FFF2-40B4-BE49-F238E27FC236}">
                <a16:creationId xmlns:a16="http://schemas.microsoft.com/office/drawing/2014/main" id="{12E8A130-D60D-4316-AC19-6EA5224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" name="slide-number-14">
            <a:extLst xmlns:a="http://schemas.openxmlformats.org/drawingml/2006/main">
              <a:ext uri="{FF2B5EF4-FFF2-40B4-BE49-F238E27FC236}">
                <a16:creationId xmlns:a16="http://schemas.microsoft.com/office/drawing/2014/main" id="{276C6AC7-7C89-4CDF-AE78-686244B4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link-РАЗДЕЛЫ">
            <a:extLst xmlns:a="http://schemas.openxmlformats.org/drawingml/2006/main">
              <a:ext uri="{FF2B5EF4-FFF2-40B4-BE49-F238E27FC236}">
                <a16:creationId xmlns:a16="http://schemas.microsoft.com/office/drawing/2014/main" id="{2D6821AB-D2D9-4AAB-99E4-CD9681D9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bd37e282bff04998" action="ppaction://hlinksldjump"/>
              </a:rPr>
              <a:t>РАЗДЕЛЫ</a:t>
            </a:r>
          </a:p>
        </p:txBody>
      </p:sp>
      <p:sp>
        <p:nvSpPr>
          <p:cNvPr id="6" name="link-←">
            <a:extLst xmlns:a="http://schemas.openxmlformats.org/drawingml/2006/main">
              <a:ext uri="{FF2B5EF4-FFF2-40B4-BE49-F238E27FC236}">
                <a16:creationId xmlns:a16="http://schemas.microsoft.com/office/drawing/2014/main" id="{7F5EA287-A6D3-4BC6-945E-FA1E1F8F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05550"/>
            <a:ext cx="571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f72e0bc1c03b4ba0" action="ppaction://hlinksldjump"/>
              </a:rPr>
              <a:t>←</a:t>
            </a:r>
          </a:p>
        </p:txBody>
      </p:sp>
      <p:sp>
        <p:nvSpPr>
          <p:cNvPr id="7" name="link-→">
            <a:extLst xmlns:a="http://schemas.openxmlformats.org/drawingml/2006/main">
              <a:ext uri="{FF2B5EF4-FFF2-40B4-BE49-F238E27FC236}">
                <a16:creationId xmlns:a16="http://schemas.microsoft.com/office/drawing/2014/main" id="{5A499AF3-34AB-4D4D-89FA-A5C672B9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A45"/>
          </a:solidFill>
          <a:ln xmlns:a="http://schemas.openxmlformats.org/drawingml/2006/main" w="9525">
            <a:solidFill>
              <a:srgbClr val="071A45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3d98db48dbf44c26" action="ppaction://hlinksldjump"/>
              </a:rPr>
              <a:t>→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d60b1ad234514"/>
          <a:stretch xmlns:a="http://schemas.openxmlformats.org/drawingml/2006/main"/>
        </p:blipFill>
        <p:spPr>
          <a:xfrm xmlns:a="http://schemas.openxmlformats.org/drawingml/2006/main">
            <a:off x="528359" y="1581150"/>
            <a:ext cx="7515782" cy="4229100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9" name="settings-list-title">
            <a:extLst xmlns:a="http://schemas.openxmlformats.org/drawingml/2006/main">
              <a:ext uri="{FF2B5EF4-FFF2-40B4-BE49-F238E27FC236}">
                <a16:creationId xmlns:a16="http://schemas.microsoft.com/office/drawing/2014/main" id="{9AE053CD-A80F-4611-B4DF-6A1469FB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52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Здесь настраиваются</a:t>
            </a:r>
          </a:p>
        </p:txBody>
      </p:sp>
      <p:sp>
        <p:nvSpPr>
          <p:cNvPr id="10" name="settings-dash-0">
            <a:extLst xmlns:a="http://schemas.openxmlformats.org/drawingml/2006/main">
              <a:ext uri="{FF2B5EF4-FFF2-40B4-BE49-F238E27FC236}">
                <a16:creationId xmlns:a16="http://schemas.microsoft.com/office/drawing/2014/main" id="{FCFD6EDE-341C-4864-8F74-BD8DBA47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" name="settings-item-0">
            <a:extLst xmlns:a="http://schemas.openxmlformats.org/drawingml/2006/main">
              <a:ext uri="{FF2B5EF4-FFF2-40B4-BE49-F238E27FC236}">
                <a16:creationId xmlns:a16="http://schemas.microsoft.com/office/drawing/2014/main" id="{7140E5EB-1302-4AA8-9FEE-5A3CEAC0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526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тип и имя проекта</a:t>
            </a:r>
          </a:p>
        </p:txBody>
      </p:sp>
      <p:sp>
        <p:nvSpPr>
          <p:cNvPr id="12" name="settings-dash-1">
            <a:extLst xmlns:a="http://schemas.openxmlformats.org/drawingml/2006/main">
              <a:ext uri="{FF2B5EF4-FFF2-40B4-BE49-F238E27FC236}">
                <a16:creationId xmlns:a16="http://schemas.microsoft.com/office/drawing/2014/main" id="{1463AA4F-7740-4752-B5A7-D7BDE7E9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432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3" name="settings-item-1">
            <a:extLst xmlns:a="http://schemas.openxmlformats.org/drawingml/2006/main">
              <a:ext uri="{FF2B5EF4-FFF2-40B4-BE49-F238E27FC236}">
                <a16:creationId xmlns:a16="http://schemas.microsoft.com/office/drawing/2014/main" id="{0B215060-154D-4831-982D-767EE358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956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параметры расчёта</a:t>
            </a:r>
          </a:p>
        </p:txBody>
      </p:sp>
      <p:sp>
        <p:nvSpPr>
          <p:cNvPr id="14" name="settings-dash-2">
            <a:extLst xmlns:a="http://schemas.openxmlformats.org/drawingml/2006/main">
              <a:ext uri="{FF2B5EF4-FFF2-40B4-BE49-F238E27FC236}">
                <a16:creationId xmlns:a16="http://schemas.microsoft.com/office/drawing/2014/main" id="{EF2E7AD5-C833-46C6-B285-4484CA66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5" name="settings-item-2">
            <a:extLst xmlns:a="http://schemas.openxmlformats.org/drawingml/2006/main">
              <a:ext uri="{FF2B5EF4-FFF2-40B4-BE49-F238E27FC236}">
                <a16:creationId xmlns:a16="http://schemas.microsoft.com/office/drawing/2014/main" id="{00C090C4-078A-46A7-8F88-214C532F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385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видимость полей и Excel</a:t>
            </a:r>
          </a:p>
        </p:txBody>
      </p:sp>
      <p:sp>
        <p:nvSpPr>
          <p:cNvPr id="16" name="settings-dash-3">
            <a:extLst xmlns:a="http://schemas.openxmlformats.org/drawingml/2006/main">
              <a:ext uri="{FF2B5EF4-FFF2-40B4-BE49-F238E27FC236}">
                <a16:creationId xmlns:a16="http://schemas.microsoft.com/office/drawing/2014/main" id="{474B87E5-9A64-4B82-B051-4172412B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290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" name="settings-item-3">
            <a:extLst xmlns:a="http://schemas.openxmlformats.org/drawingml/2006/main">
              <a:ext uri="{FF2B5EF4-FFF2-40B4-BE49-F238E27FC236}">
                <a16:creationId xmlns:a16="http://schemas.microsoft.com/office/drawing/2014/main" id="{9FC49658-F500-4EC1-B268-01E13618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814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обязательность фотографий</a:t>
            </a:r>
          </a:p>
        </p:txBody>
      </p:sp>
      <p:sp>
        <p:nvSpPr>
          <p:cNvPr id="18" name="settings-dash-4">
            <a:extLst xmlns:a="http://schemas.openxmlformats.org/drawingml/2006/main">
              <a:ext uri="{FF2B5EF4-FFF2-40B4-BE49-F238E27FC236}">
                <a16:creationId xmlns:a16="http://schemas.microsoft.com/office/drawing/2014/main" id="{935E2935-57AE-4560-BF98-78B50584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720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9" name="settings-item-4">
            <a:extLst xmlns:a="http://schemas.openxmlformats.org/drawingml/2006/main">
              <a:ext uri="{FF2B5EF4-FFF2-40B4-BE49-F238E27FC236}">
                <a16:creationId xmlns:a16="http://schemas.microsoft.com/office/drawing/2014/main" id="{D01E5F02-4946-4EB5-BCCC-E8845157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243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язык и светлая/тёмная тема</a:t>
            </a:r>
          </a:p>
        </p:txBody>
      </p:sp>
      <p:sp>
        <p:nvSpPr>
          <p:cNvPr id="20" name="protected-photos">
            <a:extLst xmlns:a="http://schemas.openxmlformats.org/drawingml/2006/main">
              <a:ext uri="{FF2B5EF4-FFF2-40B4-BE49-F238E27FC236}">
                <a16:creationId xmlns:a16="http://schemas.microsoft.com/office/drawing/2014/main" id="{9A554838-1637-49FB-9050-8A7BB649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1970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A4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A45"/>
                </a:solidFill>
                <a:latin typeface="Arial"/>
                <a:ea typeface="Arial"/>
                <a:cs typeface="Arial"/>
              </a:rPr>
              <a:t>Фото утечки, ремонта и результата защищены: их нельзя скрыть как обычные поля.</a:t>
            </a:r>
          </a:p>
        </p:txBody>
      </p:sp>
    </p:spTree>
    <p:extLst>
      <p:ext uri="{BB962C8B-B14F-4D97-AF65-F5344CB8AC3E}">
        <p14:creationId xmlns:p14="http://schemas.microsoft.com/office/powerpoint/2010/main" val="7631547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15">
            <a:extLst xmlns:a="http://schemas.openxmlformats.org/drawingml/2006/main">
              <a:ext uri="{FF2B5EF4-FFF2-40B4-BE49-F238E27FC236}">
                <a16:creationId xmlns:a16="http://schemas.microsoft.com/office/drawing/2014/main" id="{8DB82CF6-D097-4F32-9440-F0A09F91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ПЕРЕНОС ДАННЫХ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A1110356-20EB-442E-A0A9-D8A5E1E2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25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Backup страхует, синхронизация обменивает</a:t>
            </a:r>
          </a:p>
        </p:txBody>
      </p:sp>
      <p:sp>
        <p:nvSpPr>
          <p:cNvPr id="3" name="rule-15">
            <a:extLst xmlns:a="http://schemas.openxmlformats.org/drawingml/2006/main">
              <a:ext uri="{FF2B5EF4-FFF2-40B4-BE49-F238E27FC236}">
                <a16:creationId xmlns:a16="http://schemas.microsoft.com/office/drawing/2014/main" id="{F6560E75-80C8-4494-AF56-E2DE6CFF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" name="slide-number-15">
            <a:extLst xmlns:a="http://schemas.openxmlformats.org/drawingml/2006/main">
              <a:ext uri="{FF2B5EF4-FFF2-40B4-BE49-F238E27FC236}">
                <a16:creationId xmlns:a16="http://schemas.microsoft.com/office/drawing/2014/main" id="{DF28CC45-2E35-404D-8F1D-DCEA89E7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link-РАЗДЕЛЫ">
            <a:extLst xmlns:a="http://schemas.openxmlformats.org/drawingml/2006/main">
              <a:ext uri="{FF2B5EF4-FFF2-40B4-BE49-F238E27FC236}">
                <a16:creationId xmlns:a16="http://schemas.microsoft.com/office/drawing/2014/main" id="{152F784C-8D00-475C-A9FB-DEDA78FA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f314b405d9914a51" action="ppaction://hlinksldjump"/>
              </a:rPr>
              <a:t>РАЗДЕЛЫ</a:t>
            </a:r>
          </a:p>
        </p:txBody>
      </p:sp>
      <p:sp>
        <p:nvSpPr>
          <p:cNvPr id="6" name="link-←">
            <a:extLst xmlns:a="http://schemas.openxmlformats.org/drawingml/2006/main">
              <a:ext uri="{FF2B5EF4-FFF2-40B4-BE49-F238E27FC236}">
                <a16:creationId xmlns:a16="http://schemas.microsoft.com/office/drawing/2014/main" id="{9C977340-C0C4-47BE-8AC6-BC66A492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05550"/>
            <a:ext cx="571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085b2028c2c84e30" action="ppaction://hlinksldjump"/>
              </a:rPr>
              <a:t>←</a:t>
            </a:r>
          </a:p>
        </p:txBody>
      </p:sp>
      <p:sp>
        <p:nvSpPr>
          <p:cNvPr id="7" name="link-→">
            <a:extLst xmlns:a="http://schemas.openxmlformats.org/drawingml/2006/main">
              <a:ext uri="{FF2B5EF4-FFF2-40B4-BE49-F238E27FC236}">
                <a16:creationId xmlns:a16="http://schemas.microsoft.com/office/drawing/2014/main" id="{D3DAD551-407D-4166-B762-DD5EB701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A45"/>
          </a:solidFill>
          <a:ln xmlns:a="http://schemas.openxmlformats.org/drawingml/2006/main" w="9525">
            <a:solidFill>
              <a:srgbClr val="071A45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c57fff7739244316" action="ppaction://hlinksldjump"/>
              </a:rPr>
              <a:t>→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b71c4f9964a7a"/>
          <a:stretch xmlns:a="http://schemas.openxmlformats.org/drawingml/2006/main"/>
        </p:blipFill>
        <p:spPr>
          <a:xfrm xmlns:a="http://schemas.openxmlformats.org/drawingml/2006/main">
            <a:off x="523875" y="2060998"/>
            <a:ext cx="5810250" cy="3269404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cxnSp>
        <p:nvCxnSpPr>
          <p:cNvPr id="32" name="backup-arrow-1"/>
          <p:cNvCxnSpPr/>
          <p:nvPr/>
        </p:nvCxnSpPr>
        <p:spPr>
          <a:xfrm xmlns:a="http://schemas.openxmlformats.org/drawingml/2006/main">
            <a:off x="7277100" y="285750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6BFD"/>
            </a:solidFill>
            <a:prstDash val="solid"/>
          </a:ln>
        </p:spPr>
      </p:cxnSp>
      <p:cxnSp>
        <p:nvCxnSpPr>
          <p:cNvPr id="33" name="backup-arrow-2"/>
          <p:cNvCxnSpPr/>
          <p:nvPr/>
        </p:nvCxnSpPr>
        <p:spPr>
          <a:xfrm xmlns:a="http://schemas.openxmlformats.org/drawingml/2006/main">
            <a:off x="9639300" y="285750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6BFD"/>
            </a:solidFill>
            <a:prstDash val="solid"/>
          </a:ln>
        </p:spPr>
      </p:cxnSp>
      <p:sp>
        <p:nvSpPr>
          <p:cNvPr id="11" name="sync-node-0">
            <a:extLst xmlns:a="http://schemas.openxmlformats.org/drawingml/2006/main">
              <a:ext uri="{FF2B5EF4-FFF2-40B4-BE49-F238E27FC236}">
                <a16:creationId xmlns:a16="http://schemas.microsoft.com/office/drawing/2014/main" id="{419FF1C9-1E26-4896-ABD5-F936A744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A45"/>
          </a:solidFill>
          <a:ln xmlns:a="http://schemas.openxmlformats.org/drawingml/2006/main" w="9525">
            <a:solidFill>
              <a:srgbClr val="071A45"/>
            </a:solidFill>
            <a:prstDash val="solid"/>
          </a:ln>
        </p:spPr>
      </p:sp>
      <p:sp>
        <p:nvSpPr>
          <p:cNvPr id="12" name="sync-icon-0">
            <a:extLst xmlns:a="http://schemas.openxmlformats.org/drawingml/2006/main">
              <a:ext uri="{FF2B5EF4-FFF2-40B4-BE49-F238E27FC236}">
                <a16:creationId xmlns:a16="http://schemas.microsoft.com/office/drawing/2014/main" id="{9EB1A2D9-93FC-4363-962F-58CBE256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▣</a:t>
            </a:r>
          </a:p>
        </p:txBody>
      </p:sp>
      <p:sp>
        <p:nvSpPr>
          <p:cNvPr id="13" name="sync-title-0">
            <a:extLst xmlns:a="http://schemas.openxmlformats.org/drawingml/2006/main">
              <a:ext uri="{FF2B5EF4-FFF2-40B4-BE49-F238E27FC236}">
                <a16:creationId xmlns:a16="http://schemas.microsoft.com/office/drawing/2014/main" id="{6A013165-A729-439D-A7FF-E90628CB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480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Телефон A</a:t>
            </a:r>
          </a:p>
        </p:txBody>
      </p:sp>
      <p:sp>
        <p:nvSpPr>
          <p:cNvPr id="14" name="sync-body-0">
            <a:extLst xmlns:a="http://schemas.openxmlformats.org/drawingml/2006/main">
              <a:ext uri="{FF2B5EF4-FFF2-40B4-BE49-F238E27FC236}">
                <a16:creationId xmlns:a16="http://schemas.microsoft.com/office/drawing/2014/main" id="{CA1F70DE-880E-49CA-A015-5F2683C8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48100"/>
            <a:ext cx="1485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673"/>
                </a:solidFill>
                <a:latin typeface="Arial"/>
                <a:ea typeface="Arial"/>
                <a:cs typeface="Arial"/>
              </a:rPr>
              <a:t>Экспорт ZIP</a:t>
            </a:r>
          </a:p>
          <a:p xmlns:a="http://schemas.openxmlformats.org/drawingml/2006/main">
            <a:pPr algn="ctr">
              <a:defRPr sz="120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673"/>
                </a:solidFill>
                <a:latin typeface="Arial"/>
                <a:ea typeface="Arial"/>
                <a:cs typeface="Arial"/>
              </a:rPr>
              <a:t>или QR-хост</a:t>
            </a:r>
          </a:p>
        </p:txBody>
      </p:sp>
      <p:sp>
        <p:nvSpPr>
          <p:cNvPr id="15" name="sync-node-1">
            <a:extLst xmlns:a="http://schemas.openxmlformats.org/drawingml/2006/main">
              <a:ext uri="{FF2B5EF4-FFF2-40B4-BE49-F238E27FC236}">
                <a16:creationId xmlns:a16="http://schemas.microsoft.com/office/drawing/2014/main" id="{556E32F8-28BE-4A7E-B714-3FE51A72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16" name="sync-icon-1">
            <a:extLst xmlns:a="http://schemas.openxmlformats.org/drawingml/2006/main">
              <a:ext uri="{FF2B5EF4-FFF2-40B4-BE49-F238E27FC236}">
                <a16:creationId xmlns:a16="http://schemas.microsoft.com/office/drawing/2014/main" id="{583C74D4-D2AC-4C0A-8A5F-CE6BBDCA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ZIP</a:t>
            </a:r>
          </a:p>
        </p:txBody>
      </p:sp>
      <p:sp>
        <p:nvSpPr>
          <p:cNvPr id="17" name="sync-title-1">
            <a:extLst xmlns:a="http://schemas.openxmlformats.org/drawingml/2006/main">
              <a:ext uri="{FF2B5EF4-FFF2-40B4-BE49-F238E27FC236}">
                <a16:creationId xmlns:a16="http://schemas.microsoft.com/office/drawing/2014/main" id="{9F9A5D35-34A0-4069-9081-F9246121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480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Архив</a:t>
            </a:r>
          </a:p>
        </p:txBody>
      </p:sp>
      <p:sp>
        <p:nvSpPr>
          <p:cNvPr id="18" name="sync-body-1">
            <a:extLst xmlns:a="http://schemas.openxmlformats.org/drawingml/2006/main">
              <a:ext uri="{FF2B5EF4-FFF2-40B4-BE49-F238E27FC236}">
                <a16:creationId xmlns:a16="http://schemas.microsoft.com/office/drawing/2014/main" id="{76C75456-0270-4C91-996A-225A95C3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1485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673"/>
                </a:solidFill>
                <a:latin typeface="Arial"/>
                <a:ea typeface="Arial"/>
                <a:cs typeface="Arial"/>
              </a:rPr>
              <a:t>Записи + фото</a:t>
            </a:r>
          </a:p>
          <a:p xmlns:a="http://schemas.openxmlformats.org/drawingml/2006/main">
            <a:pPr algn="ctr">
              <a:defRPr sz="120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673"/>
                </a:solidFill>
                <a:latin typeface="Arial"/>
                <a:ea typeface="Arial"/>
                <a:cs typeface="Arial"/>
              </a:rPr>
              <a:t>+ настройки</a:t>
            </a:r>
          </a:p>
        </p:txBody>
      </p:sp>
      <p:sp>
        <p:nvSpPr>
          <p:cNvPr id="19" name="sync-node-2">
            <a:extLst xmlns:a="http://schemas.openxmlformats.org/drawingml/2006/main">
              <a:ext uri="{FF2B5EF4-FFF2-40B4-BE49-F238E27FC236}">
                <a16:creationId xmlns:a16="http://schemas.microsoft.com/office/drawing/2014/main" id="{22E01526-8E56-4BB9-8014-2356A543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574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A45"/>
          </a:solidFill>
          <a:ln xmlns:a="http://schemas.openxmlformats.org/drawingml/2006/main" w="9525">
            <a:solidFill>
              <a:srgbClr val="071A45"/>
            </a:solidFill>
            <a:prstDash val="solid"/>
          </a:ln>
        </p:spPr>
      </p:sp>
      <p:sp>
        <p:nvSpPr>
          <p:cNvPr id="20" name="sync-icon-2">
            <a:extLst xmlns:a="http://schemas.openxmlformats.org/drawingml/2006/main">
              <a:ext uri="{FF2B5EF4-FFF2-40B4-BE49-F238E27FC236}">
                <a16:creationId xmlns:a16="http://schemas.microsoft.com/office/drawing/2014/main" id="{70067C32-EBB3-4A1A-8786-316BC472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479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▣</a:t>
            </a:r>
          </a:p>
        </p:txBody>
      </p:sp>
      <p:sp>
        <p:nvSpPr>
          <p:cNvPr id="21" name="sync-title-2">
            <a:extLst xmlns:a="http://schemas.openxmlformats.org/drawingml/2006/main">
              <a:ext uri="{FF2B5EF4-FFF2-40B4-BE49-F238E27FC236}">
                <a16:creationId xmlns:a16="http://schemas.microsoft.com/office/drawing/2014/main" id="{3C08E469-5C7C-4B83-984C-D7BC4625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480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Телефон B</a:t>
            </a:r>
          </a:p>
        </p:txBody>
      </p:sp>
      <p:sp>
        <p:nvSpPr>
          <p:cNvPr id="22" name="sync-body-2">
            <a:extLst xmlns:a="http://schemas.openxmlformats.org/drawingml/2006/main">
              <a:ext uri="{FF2B5EF4-FFF2-40B4-BE49-F238E27FC236}">
                <a16:creationId xmlns:a16="http://schemas.microsoft.com/office/drawing/2014/main" id="{7F3CCAEC-E2AB-4045-BF28-42448DDD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48100"/>
            <a:ext cx="1485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673"/>
                </a:solidFill>
                <a:latin typeface="Arial"/>
                <a:ea typeface="Arial"/>
                <a:cs typeface="Arial"/>
              </a:rPr>
              <a:t>Импорт / merge</a:t>
            </a:r>
          </a:p>
          <a:p xmlns:a="http://schemas.openxmlformats.org/drawingml/2006/main">
            <a:pPr algn="ctr">
              <a:defRPr sz="120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673"/>
                </a:solidFill>
                <a:latin typeface="Arial"/>
                <a:ea typeface="Arial"/>
                <a:cs typeface="Arial"/>
              </a:rPr>
              <a:t>или QR-клиент</a:t>
            </a:r>
          </a:p>
        </p:txBody>
      </p:sp>
      <p:sp>
        <p:nvSpPr>
          <p:cNvPr id="23" name="sync-note">
            <a:extLst xmlns:a="http://schemas.openxmlformats.org/drawingml/2006/main">
              <a:ext uri="{FF2B5EF4-FFF2-40B4-BE49-F238E27FC236}">
                <a16:creationId xmlns:a16="http://schemas.microsoft.com/office/drawing/2014/main" id="{2BA8882C-CABF-436D-9AA8-680F92C7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95850"/>
            <a:ext cx="4648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A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A45"/>
                </a:solidFill>
                <a:latin typeface="Arial"/>
                <a:ea typeface="Arial"/>
                <a:cs typeface="Arial"/>
              </a:rPr>
              <a:t>Для локальной синхронизации оба Android-устройства должны быть в одной доверенной Wi‑Fi сети и использовать один sync ID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17045503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16">
            <a:extLst xmlns:a="http://schemas.openxmlformats.org/drawingml/2006/main">
              <a:ext uri="{FF2B5EF4-FFF2-40B4-BE49-F238E27FC236}">
                <a16:creationId xmlns:a16="http://schemas.microsoft.com/office/drawing/2014/main" id="{3B23558F-7E9E-43CD-881A-E2A0E7A5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ОТЧЁТЫ И ВОССТАНОВЛЕНИЕ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A7F19240-E425-4A5E-BAE8-649674DC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25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5218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Импортируйте осторожно, восстанавливайте предсказуемо</a:t>
            </a:r>
          </a:p>
        </p:txBody>
      </p:sp>
      <p:sp>
        <p:nvSpPr>
          <p:cNvPr id="3" name="rule-16">
            <a:extLst xmlns:a="http://schemas.openxmlformats.org/drawingml/2006/main">
              <a:ext uri="{FF2B5EF4-FFF2-40B4-BE49-F238E27FC236}">
                <a16:creationId xmlns:a16="http://schemas.microsoft.com/office/drawing/2014/main" id="{6EEBF37E-3C5C-4EFA-9267-184A2A43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" name="slide-number-16">
            <a:extLst xmlns:a="http://schemas.openxmlformats.org/drawingml/2006/main">
              <a:ext uri="{FF2B5EF4-FFF2-40B4-BE49-F238E27FC236}">
                <a16:creationId xmlns:a16="http://schemas.microsoft.com/office/drawing/2014/main" id="{DC4A85E2-0DED-4B68-9765-E4984259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link-РАЗДЕЛЫ">
            <a:extLst xmlns:a="http://schemas.openxmlformats.org/drawingml/2006/main">
              <a:ext uri="{FF2B5EF4-FFF2-40B4-BE49-F238E27FC236}">
                <a16:creationId xmlns:a16="http://schemas.microsoft.com/office/drawing/2014/main" id="{634E3619-97BF-4B87-B5A7-5EDC722C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4bbf9b654a884c7d" action="ppaction://hlinksldjump"/>
              </a:rPr>
              <a:t>РАЗДЕЛЫ</a:t>
            </a:r>
          </a:p>
        </p:txBody>
      </p:sp>
      <p:sp>
        <p:nvSpPr>
          <p:cNvPr id="6" name="link-←">
            <a:extLst xmlns:a="http://schemas.openxmlformats.org/drawingml/2006/main">
              <a:ext uri="{FF2B5EF4-FFF2-40B4-BE49-F238E27FC236}">
                <a16:creationId xmlns:a16="http://schemas.microsoft.com/office/drawing/2014/main" id="{9CD0DFEB-E557-407F-AFFF-F981B26D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05550"/>
            <a:ext cx="571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e7c8885fb3d947d6" action="ppaction://hlinksldjump"/>
              </a:rPr>
              <a:t>←</a:t>
            </a:r>
          </a:p>
        </p:txBody>
      </p:sp>
      <p:sp>
        <p:nvSpPr>
          <p:cNvPr id="7" name="link-→">
            <a:extLst xmlns:a="http://schemas.openxmlformats.org/drawingml/2006/main">
              <a:ext uri="{FF2B5EF4-FFF2-40B4-BE49-F238E27FC236}">
                <a16:creationId xmlns:a16="http://schemas.microsoft.com/office/drawing/2014/main" id="{A00CDE3D-2483-4B0E-9D34-6725D989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A45"/>
          </a:solidFill>
          <a:ln xmlns:a="http://schemas.openxmlformats.org/drawingml/2006/main" w="9525">
            <a:solidFill>
              <a:srgbClr val="071A45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b45941a4488042c0" action="ppaction://hlinksldjump"/>
              </a:rPr>
              <a:t>→</a:t>
            </a:r>
          </a:p>
        </p:txBody>
      </p:sp>
      <p:sp>
        <p:nvSpPr>
          <p:cNvPr id="8" name="recovery-col-0">
            <a:extLst xmlns:a="http://schemas.openxmlformats.org/drawingml/2006/main">
              <a:ext uri="{FF2B5EF4-FFF2-40B4-BE49-F238E27FC236}">
                <a16:creationId xmlns:a16="http://schemas.microsoft.com/office/drawing/2014/main" id="{4D5E0E44-9A09-46A5-AF59-C5466B28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33337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9" name="recovery-title-0">
            <a:extLst xmlns:a="http://schemas.openxmlformats.org/drawingml/2006/main">
              <a:ext uri="{FF2B5EF4-FFF2-40B4-BE49-F238E27FC236}">
                <a16:creationId xmlns:a16="http://schemas.microsoft.com/office/drawing/2014/main" id="{ABDBE208-F708-413B-B865-8BA87E14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812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Excel</a:t>
            </a:r>
          </a:p>
        </p:txBody>
      </p:sp>
      <p:sp>
        <p:nvSpPr>
          <p:cNvPr id="10" name="recovery-check-0-0">
            <a:extLst xmlns:a="http://schemas.openxmlformats.org/drawingml/2006/main">
              <a:ext uri="{FF2B5EF4-FFF2-40B4-BE49-F238E27FC236}">
                <a16:creationId xmlns:a16="http://schemas.microsoft.com/office/drawing/2014/main" id="{9EDB730A-FDB7-4749-BF1F-61DF6D29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recovery-item-0-0">
            <a:extLst xmlns:a="http://schemas.openxmlformats.org/drawingml/2006/main">
              <a:ext uri="{FF2B5EF4-FFF2-40B4-BE49-F238E27FC236}">
                <a16:creationId xmlns:a16="http://schemas.microsoft.com/office/drawing/2014/main" id="{FF427CAF-8A31-41AA-998C-8918CABC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860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XLSX или Excel ZIP с фото</a:t>
            </a:r>
          </a:p>
        </p:txBody>
      </p:sp>
      <p:sp>
        <p:nvSpPr>
          <p:cNvPr id="12" name="recovery-check-0-1">
            <a:extLst xmlns:a="http://schemas.openxmlformats.org/drawingml/2006/main">
              <a:ext uri="{FF2B5EF4-FFF2-40B4-BE49-F238E27FC236}">
                <a16:creationId xmlns:a16="http://schemas.microsoft.com/office/drawing/2014/main" id="{948F73CC-A195-4594-9CBA-0F5D9AA5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147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recovery-item-0-1">
            <a:extLst xmlns:a="http://schemas.openxmlformats.org/drawingml/2006/main">
              <a:ext uri="{FF2B5EF4-FFF2-40B4-BE49-F238E27FC236}">
                <a16:creationId xmlns:a16="http://schemas.microsoft.com/office/drawing/2014/main" id="{DA59C28D-AE08-45B7-8AF0-50673023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27660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проверка дубликатов бирок</a:t>
            </a:r>
          </a:p>
        </p:txBody>
      </p:sp>
      <p:sp>
        <p:nvSpPr>
          <p:cNvPr id="14" name="recovery-check-0-2">
            <a:extLst xmlns:a="http://schemas.openxmlformats.org/drawingml/2006/main">
              <a:ext uri="{FF2B5EF4-FFF2-40B4-BE49-F238E27FC236}">
                <a16:creationId xmlns:a16="http://schemas.microsoft.com/office/drawing/2014/main" id="{FD99AC3A-5859-4996-B43D-5020EBEF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recovery-item-0-2">
            <a:extLst xmlns:a="http://schemas.openxmlformats.org/drawingml/2006/main">
              <a:ext uri="{FF2B5EF4-FFF2-40B4-BE49-F238E27FC236}">
                <a16:creationId xmlns:a16="http://schemas.microsoft.com/office/drawing/2014/main" id="{7328EB0A-B60D-4709-97B4-E6F20872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671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валидация координат и дат</a:t>
            </a:r>
          </a:p>
        </p:txBody>
      </p:sp>
      <p:sp>
        <p:nvSpPr>
          <p:cNvPr id="16" name="recovery-check-0-3">
            <a:extLst xmlns:a="http://schemas.openxmlformats.org/drawingml/2006/main">
              <a:ext uri="{FF2B5EF4-FFF2-40B4-BE49-F238E27FC236}">
                <a16:creationId xmlns:a16="http://schemas.microsoft.com/office/drawing/2014/main" id="{F8966C2E-EA46-4A2B-A4B3-9B4A34BF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95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6BF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recovery-item-0-3">
            <a:extLst xmlns:a="http://schemas.openxmlformats.org/drawingml/2006/main">
              <a:ext uri="{FF2B5EF4-FFF2-40B4-BE49-F238E27FC236}">
                <a16:creationId xmlns:a16="http://schemas.microsoft.com/office/drawing/2014/main" id="{F26454A7-715B-4B1C-8513-4BD66450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5770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режим: overwrite / merge / copy</a:t>
            </a:r>
          </a:p>
        </p:txBody>
      </p:sp>
      <p:sp>
        <p:nvSpPr>
          <p:cNvPr id="18" name="recovery-col-1">
            <a:extLst xmlns:a="http://schemas.openxmlformats.org/drawingml/2006/main">
              <a:ext uri="{FF2B5EF4-FFF2-40B4-BE49-F238E27FC236}">
                <a16:creationId xmlns:a16="http://schemas.microsoft.com/office/drawing/2014/main" id="{29027DBC-2249-42CE-A15D-593BBF8A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95450"/>
            <a:ext cx="33337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7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19" name="recovery-title-1">
            <a:extLst xmlns:a="http://schemas.openxmlformats.org/drawingml/2006/main">
              <a:ext uri="{FF2B5EF4-FFF2-40B4-BE49-F238E27FC236}">
                <a16:creationId xmlns:a16="http://schemas.microsoft.com/office/drawing/2014/main" id="{A1B275B7-3563-4D54-BED7-39A688A7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812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ZIP-backup</a:t>
            </a:r>
          </a:p>
        </p:txBody>
      </p:sp>
      <p:sp>
        <p:nvSpPr>
          <p:cNvPr id="20" name="recovery-check-1-0">
            <a:extLst xmlns:a="http://schemas.openxmlformats.org/drawingml/2006/main">
              <a:ext uri="{FF2B5EF4-FFF2-40B4-BE49-F238E27FC236}">
                <a16:creationId xmlns:a16="http://schemas.microsoft.com/office/drawing/2014/main" id="{EB330D83-58D5-4EB3-81E3-FB7DE403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recovery-item-1-0">
            <a:extLst xmlns:a="http://schemas.openxmlformats.org/drawingml/2006/main">
              <a:ext uri="{FF2B5EF4-FFF2-40B4-BE49-F238E27FC236}">
                <a16:creationId xmlns:a16="http://schemas.microsoft.com/office/drawing/2014/main" id="{0963F366-55BD-4641-B388-09849D6C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6860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полный проект и фотографии</a:t>
            </a:r>
          </a:p>
        </p:txBody>
      </p:sp>
      <p:sp>
        <p:nvSpPr>
          <p:cNvPr id="22" name="recovery-check-1-1">
            <a:extLst xmlns:a="http://schemas.openxmlformats.org/drawingml/2006/main">
              <a:ext uri="{FF2B5EF4-FFF2-40B4-BE49-F238E27FC236}">
                <a16:creationId xmlns:a16="http://schemas.microsoft.com/office/drawing/2014/main" id="{F43FC4CB-7D18-498C-8596-158A1C5E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147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recovery-item-1-1">
            <a:extLst xmlns:a="http://schemas.openxmlformats.org/drawingml/2006/main">
              <a:ext uri="{FF2B5EF4-FFF2-40B4-BE49-F238E27FC236}">
                <a16:creationId xmlns:a16="http://schemas.microsoft.com/office/drawing/2014/main" id="{05938F71-0064-467B-9612-5EC9DCD6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27660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параметры и настройки</a:t>
            </a:r>
          </a:p>
        </p:txBody>
      </p:sp>
      <p:sp>
        <p:nvSpPr>
          <p:cNvPr id="24" name="recovery-check-1-2">
            <a:extLst xmlns:a="http://schemas.openxmlformats.org/drawingml/2006/main">
              <a:ext uri="{FF2B5EF4-FFF2-40B4-BE49-F238E27FC236}">
                <a16:creationId xmlns:a16="http://schemas.microsoft.com/office/drawing/2014/main" id="{93A8AC5E-1C29-4655-8D86-C48B6AAA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05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5" name="recovery-item-1-2">
            <a:extLst xmlns:a="http://schemas.openxmlformats.org/drawingml/2006/main">
              <a:ext uri="{FF2B5EF4-FFF2-40B4-BE49-F238E27FC236}">
                <a16:creationId xmlns:a16="http://schemas.microsoft.com/office/drawing/2014/main" id="{0F5C4372-F3E0-4657-ABFB-3E18D850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8671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безопасная копия перед очисткой</a:t>
            </a:r>
          </a:p>
        </p:txBody>
      </p:sp>
      <p:sp>
        <p:nvSpPr>
          <p:cNvPr id="26" name="recovery-check-1-3">
            <a:extLst xmlns:a="http://schemas.openxmlformats.org/drawingml/2006/main">
              <a:ext uri="{FF2B5EF4-FFF2-40B4-BE49-F238E27FC236}">
                <a16:creationId xmlns:a16="http://schemas.microsoft.com/office/drawing/2014/main" id="{EABA4EBE-1A89-48A7-A024-0BA18C95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95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87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87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" name="recovery-item-1-3">
            <a:extLst xmlns:a="http://schemas.openxmlformats.org/drawingml/2006/main">
              <a:ext uri="{FF2B5EF4-FFF2-40B4-BE49-F238E27FC236}">
                <a16:creationId xmlns:a16="http://schemas.microsoft.com/office/drawing/2014/main" id="{102DC1A2-4A89-4B67-B8E9-1EC39601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5770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восстановление после сбоя</a:t>
            </a:r>
          </a:p>
        </p:txBody>
      </p:sp>
      <p:sp>
        <p:nvSpPr>
          <p:cNvPr id="28" name="recovery-col-2">
            <a:extLst xmlns:a="http://schemas.openxmlformats.org/drawingml/2006/main">
              <a:ext uri="{FF2B5EF4-FFF2-40B4-BE49-F238E27FC236}">
                <a16:creationId xmlns:a16="http://schemas.microsoft.com/office/drawing/2014/main" id="{54D828AF-515F-4052-9C99-66BE3E8D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95450"/>
            <a:ext cx="33337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</p:sp>
      <p:sp>
        <p:nvSpPr>
          <p:cNvPr id="29" name="recovery-title-2">
            <a:extLst xmlns:a="http://schemas.openxmlformats.org/drawingml/2006/main">
              <a:ext uri="{FF2B5EF4-FFF2-40B4-BE49-F238E27FC236}">
                <a16:creationId xmlns:a16="http://schemas.microsoft.com/office/drawing/2014/main" id="{E923799D-7A66-4903-A29A-4C8E2963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812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68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96812"/>
                </a:solidFill>
                <a:latin typeface="Arial"/>
                <a:ea typeface="Arial"/>
                <a:cs typeface="Arial"/>
              </a:rPr>
              <a:t>Проверка данных</a:t>
            </a:r>
          </a:p>
        </p:txBody>
      </p:sp>
      <p:sp>
        <p:nvSpPr>
          <p:cNvPr id="30" name="recovery-check-2-0">
            <a:extLst xmlns:a="http://schemas.openxmlformats.org/drawingml/2006/main">
              <a:ext uri="{FF2B5EF4-FFF2-40B4-BE49-F238E27FC236}">
                <a16:creationId xmlns:a16="http://schemas.microsoft.com/office/drawing/2014/main" id="{C2F281B1-33E6-4CC8-ADF1-052169CA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68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6812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1" name="recovery-item-2-0">
            <a:extLst xmlns:a="http://schemas.openxmlformats.org/drawingml/2006/main">
              <a:ext uri="{FF2B5EF4-FFF2-40B4-BE49-F238E27FC236}">
                <a16:creationId xmlns:a16="http://schemas.microsoft.com/office/drawing/2014/main" id="{814B7B5A-23C4-4471-BB63-2ADA63A4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6860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пропущенные фотографии</a:t>
            </a:r>
          </a:p>
        </p:txBody>
      </p:sp>
      <p:sp>
        <p:nvSpPr>
          <p:cNvPr id="32" name="recovery-check-2-1">
            <a:extLst xmlns:a="http://schemas.openxmlformats.org/drawingml/2006/main">
              <a:ext uri="{FF2B5EF4-FFF2-40B4-BE49-F238E27FC236}">
                <a16:creationId xmlns:a16="http://schemas.microsoft.com/office/drawing/2014/main" id="{74F08ADB-FCB8-4257-AC58-DAB09C4A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147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68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6812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3" name="recovery-item-2-1">
            <a:extLst xmlns:a="http://schemas.openxmlformats.org/drawingml/2006/main">
              <a:ext uri="{FF2B5EF4-FFF2-40B4-BE49-F238E27FC236}">
                <a16:creationId xmlns:a16="http://schemas.microsoft.com/office/drawing/2014/main" id="{258AF86D-17CF-4D0E-B1F5-A0215BEF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7660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битые ссылки</a:t>
            </a:r>
          </a:p>
        </p:txBody>
      </p:sp>
      <p:sp>
        <p:nvSpPr>
          <p:cNvPr id="34" name="recovery-check-2-2">
            <a:extLst xmlns:a="http://schemas.openxmlformats.org/drawingml/2006/main">
              <a:ext uri="{FF2B5EF4-FFF2-40B4-BE49-F238E27FC236}">
                <a16:creationId xmlns:a16="http://schemas.microsoft.com/office/drawing/2014/main" id="{B2A135A8-9AD9-4E08-A0E0-1E5838F5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05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68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6812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5" name="recovery-item-2-2">
            <a:extLst xmlns:a="http://schemas.openxmlformats.org/drawingml/2006/main">
              <a:ext uri="{FF2B5EF4-FFF2-40B4-BE49-F238E27FC236}">
                <a16:creationId xmlns:a16="http://schemas.microsoft.com/office/drawing/2014/main" id="{4FAEFB85-041E-4AB4-A9F5-67185652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8671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неверные координаты</a:t>
            </a:r>
          </a:p>
        </p:txBody>
      </p:sp>
      <p:sp>
        <p:nvSpPr>
          <p:cNvPr id="36" name="recovery-check-2-3">
            <a:extLst xmlns:a="http://schemas.openxmlformats.org/drawingml/2006/main">
              <a:ext uri="{FF2B5EF4-FFF2-40B4-BE49-F238E27FC236}">
                <a16:creationId xmlns:a16="http://schemas.microsoft.com/office/drawing/2014/main" id="{655382AA-5363-4DAA-AE84-B6532BE7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95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68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6812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7" name="recovery-item-2-3">
            <a:extLst xmlns:a="http://schemas.openxmlformats.org/drawingml/2006/main">
              <a:ext uri="{FF2B5EF4-FFF2-40B4-BE49-F238E27FC236}">
                <a16:creationId xmlns:a16="http://schemas.microsoft.com/office/drawing/2014/main" id="{4B93296D-5431-4D32-93C1-7C9C42C1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45770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111"/>
                </a:solidFill>
                <a:latin typeface="Arial"/>
                <a:ea typeface="Arial"/>
                <a:cs typeface="Arial"/>
              </a:rPr>
              <a:t>дубли ID утечек</a:t>
            </a:r>
          </a:p>
        </p:txBody>
      </p:sp>
      <p:sp>
        <p:nvSpPr>
          <p:cNvPr id="38" name="recovery-bottom-note">
            <a:extLst xmlns:a="http://schemas.openxmlformats.org/drawingml/2006/main">
              <a:ext uri="{FF2B5EF4-FFF2-40B4-BE49-F238E27FC236}">
                <a16:creationId xmlns:a16="http://schemas.microsoft.com/office/drawing/2014/main" id="{2023240C-5787-4EFE-BAD9-A14C34BC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721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A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71A45"/>
                </a:solidFill>
                <a:latin typeface="Arial"/>
                <a:ea typeface="Arial"/>
                <a:cs typeface="Arial"/>
              </a:rPr>
              <a:t>При конфликте сначала создайте копию. Перезапись — только когда архив точно является источником истины.</a:t>
            </a:r>
          </a:p>
        </p:txBody>
      </p:sp>
    </p:spTree>
    <p:extLst>
      <p:ext uri="{BB962C8B-B14F-4D97-AF65-F5344CB8AC3E}">
        <p14:creationId xmlns:p14="http://schemas.microsoft.com/office/powerpoint/2010/main" val="2851276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17">
            <a:extLst xmlns:a="http://schemas.openxmlformats.org/drawingml/2006/main">
              <a:ext uri="{FF2B5EF4-FFF2-40B4-BE49-F238E27FC236}">
                <a16:creationId xmlns:a16="http://schemas.microsoft.com/office/drawing/2014/main" id="{65ACEC63-5049-464A-BE98-482CC86B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6BFD"/>
                </a:solidFill>
                <a:latin typeface="Arial"/>
                <a:ea typeface="Arial"/>
                <a:cs typeface="Arial"/>
              </a:defRPr>
            </a:pPr>
            <a:r>
              <a:t>ГОТОВО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A9B97161-F177-4DBE-85BA-8BDB2F2A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25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Контрольная цепочка завершает работу</a:t>
            </a:r>
          </a:p>
        </p:txBody>
      </p:sp>
      <p:sp>
        <p:nvSpPr>
          <p:cNvPr id="3" name="rule-17">
            <a:extLst xmlns:a="http://schemas.openxmlformats.org/drawingml/2006/main">
              <a:ext uri="{FF2B5EF4-FFF2-40B4-BE49-F238E27FC236}">
                <a16:creationId xmlns:a16="http://schemas.microsoft.com/office/drawing/2014/main" id="{6858FBE6-C0BB-425E-9468-3998D792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solidFill>
              <a:srgbClr val="D8DDE6"/>
            </a:solidFill>
            <a:prstDash val="solid"/>
          </a:ln>
        </p:spPr>
      </p:sp>
      <p:sp>
        <p:nvSpPr>
          <p:cNvPr id="4" name="slide-number-17">
            <a:extLst xmlns:a="http://schemas.openxmlformats.org/drawingml/2006/main">
              <a:ext uri="{FF2B5EF4-FFF2-40B4-BE49-F238E27FC236}">
                <a16:creationId xmlns:a16="http://schemas.microsoft.com/office/drawing/2014/main" id="{8BE16C08-1330-4210-B618-B4B1B5E0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67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F66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link-РАЗДЕЛЫ">
            <a:extLst xmlns:a="http://schemas.openxmlformats.org/drawingml/2006/main">
              <a:ext uri="{FF2B5EF4-FFF2-40B4-BE49-F238E27FC236}">
                <a16:creationId xmlns:a16="http://schemas.microsoft.com/office/drawing/2014/main" id="{1D5203A5-5667-49AC-9E0D-CFA821FF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3055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0736cb8d1d3d477b" action="ppaction://hlinksldjump"/>
              </a:rPr>
              <a:t>РАЗДЕЛЫ</a:t>
            </a:r>
          </a:p>
        </p:txBody>
      </p:sp>
      <p:sp>
        <p:nvSpPr>
          <p:cNvPr id="6" name="link-←">
            <a:extLst xmlns:a="http://schemas.openxmlformats.org/drawingml/2006/main">
              <a:ext uri="{FF2B5EF4-FFF2-40B4-BE49-F238E27FC236}">
                <a16:creationId xmlns:a16="http://schemas.microsoft.com/office/drawing/2014/main" id="{7241B03E-AD94-4C4B-97B4-CA6F5D9E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305550"/>
            <a:ext cx="571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8DDE6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  <a:hlinkClick xmlns:r="http://schemas.openxmlformats.org/officeDocument/2006/relationships" r:id="R6fc8a5703c474fb7" action="ppaction://hlinksldjump"/>
              </a:rPr>
              <a:t>←</a:t>
            </a:r>
          </a:p>
        </p:txBody>
      </p:sp>
      <p:cxnSp>
        <p:nvCxnSpPr>
          <p:cNvPr id="34" name="final-line"/>
          <p:cNvCxnSpPr/>
          <p:nvPr/>
        </p:nvCxnSpPr>
        <p:spPr>
          <a:xfrm xmlns:a="http://schemas.openxmlformats.org/drawingml/2006/main">
            <a:off x="952500" y="304800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1A45"/>
            </a:solidFill>
            <a:prstDash val="solid"/>
          </a:ln>
        </p:spPr>
      </p:cxnSp>
      <p:sp>
        <p:nvSpPr>
          <p:cNvPr id="8" name="final-dot-0">
            <a:extLst xmlns:a="http://schemas.openxmlformats.org/drawingml/2006/main">
              <a:ext uri="{FF2B5EF4-FFF2-40B4-BE49-F238E27FC236}">
                <a16:creationId xmlns:a16="http://schemas.microsoft.com/office/drawing/2014/main" id="{6E16D42E-EDBE-458E-B065-DD0DF468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09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solidFill>
              <a:srgbClr val="246BFD"/>
            </a:solidFill>
            <a:prstDash val="solid"/>
          </a:ln>
        </p:spPr>
      </p:sp>
      <p:sp>
        <p:nvSpPr>
          <p:cNvPr id="9" name="final-num-0">
            <a:extLst xmlns:a="http://schemas.openxmlformats.org/drawingml/2006/main">
              <a:ext uri="{FF2B5EF4-FFF2-40B4-BE49-F238E27FC236}">
                <a16:creationId xmlns:a16="http://schemas.microsoft.com/office/drawing/2014/main" id="{B9732B90-7BE0-4396-9CD7-C554C0A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final-label-0">
            <a:extLst xmlns:a="http://schemas.openxmlformats.org/drawingml/2006/main">
              <a:ext uri="{FF2B5EF4-FFF2-40B4-BE49-F238E27FC236}">
                <a16:creationId xmlns:a16="http://schemas.microsoft.com/office/drawing/2014/main" id="{DC44CC5A-23F2-4B96-BEAE-6FFF84C0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5623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Создать</a:t>
            </a:r>
          </a:p>
        </p:txBody>
      </p:sp>
      <p:sp>
        <p:nvSpPr>
          <p:cNvPr id="11" name="final-dot-1">
            <a:extLst xmlns:a="http://schemas.openxmlformats.org/drawingml/2006/main">
              <a:ext uri="{FF2B5EF4-FFF2-40B4-BE49-F238E27FC236}">
                <a16:creationId xmlns:a16="http://schemas.microsoft.com/office/drawing/2014/main" id="{75EAF20B-4A2C-42D4-951D-35416FF4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09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solidFill>
              <a:srgbClr val="246BFD"/>
            </a:solidFill>
            <a:prstDash val="solid"/>
          </a:ln>
        </p:spPr>
      </p:sp>
      <p:sp>
        <p:nvSpPr>
          <p:cNvPr id="12" name="final-num-1">
            <a:extLst xmlns:a="http://schemas.openxmlformats.org/drawingml/2006/main">
              <a:ext uri="{FF2B5EF4-FFF2-40B4-BE49-F238E27FC236}">
                <a16:creationId xmlns:a16="http://schemas.microsoft.com/office/drawing/2014/main" id="{390F3776-7EB0-481F-AA9C-22D6EB20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051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final-label-1">
            <a:extLst xmlns:a="http://schemas.openxmlformats.org/drawingml/2006/main">
              <a:ext uri="{FF2B5EF4-FFF2-40B4-BE49-F238E27FC236}">
                <a16:creationId xmlns:a16="http://schemas.microsoft.com/office/drawing/2014/main" id="{B4F74834-27F5-4C6A-96A6-3997C48B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623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Изменить</a:t>
            </a:r>
          </a:p>
        </p:txBody>
      </p:sp>
      <p:sp>
        <p:nvSpPr>
          <p:cNvPr id="14" name="final-dot-2">
            <a:extLst xmlns:a="http://schemas.openxmlformats.org/drawingml/2006/main">
              <a:ext uri="{FF2B5EF4-FFF2-40B4-BE49-F238E27FC236}">
                <a16:creationId xmlns:a16="http://schemas.microsoft.com/office/drawing/2014/main" id="{126D46DD-F42C-471F-8D85-8A14D3F3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09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solidFill>
              <a:srgbClr val="246BFD"/>
            </a:solidFill>
            <a:prstDash val="solid"/>
          </a:ln>
        </p:spPr>
      </p:sp>
      <p:sp>
        <p:nvSpPr>
          <p:cNvPr id="15" name="final-num-2">
            <a:extLst xmlns:a="http://schemas.openxmlformats.org/drawingml/2006/main">
              <a:ext uri="{FF2B5EF4-FFF2-40B4-BE49-F238E27FC236}">
                <a16:creationId xmlns:a16="http://schemas.microsoft.com/office/drawing/2014/main" id="{9AD7892E-63C8-4A3A-8C5C-2F3AF3D7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051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final-label-2">
            <a:extLst xmlns:a="http://schemas.openxmlformats.org/drawingml/2006/main">
              <a:ext uri="{FF2B5EF4-FFF2-40B4-BE49-F238E27FC236}">
                <a16:creationId xmlns:a16="http://schemas.microsoft.com/office/drawing/2014/main" id="{E8B5BADA-36F4-456A-91C1-03546611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623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Мониторинг</a:t>
            </a:r>
          </a:p>
        </p:txBody>
      </p:sp>
      <p:sp>
        <p:nvSpPr>
          <p:cNvPr id="17" name="final-dot-3">
            <a:extLst xmlns:a="http://schemas.openxmlformats.org/drawingml/2006/main">
              <a:ext uri="{FF2B5EF4-FFF2-40B4-BE49-F238E27FC236}">
                <a16:creationId xmlns:a16="http://schemas.microsoft.com/office/drawing/2014/main" id="{FF3F1CE9-2DF2-4179-9DE3-91FF2F98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09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solidFill>
              <a:srgbClr val="246BFD"/>
            </a:solidFill>
            <a:prstDash val="solid"/>
          </a:ln>
        </p:spPr>
      </p:sp>
      <p:sp>
        <p:nvSpPr>
          <p:cNvPr id="18" name="final-num-3">
            <a:extLst xmlns:a="http://schemas.openxmlformats.org/drawingml/2006/main">
              <a:ext uri="{FF2B5EF4-FFF2-40B4-BE49-F238E27FC236}">
                <a16:creationId xmlns:a16="http://schemas.microsoft.com/office/drawing/2014/main" id="{DA734B5B-51F0-45C9-B97F-858EED89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051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final-label-3">
            <a:extLst xmlns:a="http://schemas.openxmlformats.org/drawingml/2006/main">
              <a:ext uri="{FF2B5EF4-FFF2-40B4-BE49-F238E27FC236}">
                <a16:creationId xmlns:a16="http://schemas.microsoft.com/office/drawing/2014/main" id="{C7AE1B36-96E1-43A9-A67F-DA364341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Синхронизация</a:t>
            </a:r>
          </a:p>
        </p:txBody>
      </p:sp>
      <p:sp>
        <p:nvSpPr>
          <p:cNvPr id="20" name="final-dot-4">
            <a:extLst xmlns:a="http://schemas.openxmlformats.org/drawingml/2006/main">
              <a:ext uri="{FF2B5EF4-FFF2-40B4-BE49-F238E27FC236}">
                <a16:creationId xmlns:a16="http://schemas.microsoft.com/office/drawing/2014/main" id="{236E918A-800B-40CA-8510-9C3AF7F5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809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  <a:ln xmlns:a="http://schemas.openxmlformats.org/drawingml/2006/main" w="0">
            <a:solidFill>
              <a:srgbClr val="246BFD"/>
            </a:solidFill>
            <a:prstDash val="solid"/>
          </a:ln>
        </p:spPr>
      </p:sp>
      <p:sp>
        <p:nvSpPr>
          <p:cNvPr id="21" name="final-num-4">
            <a:extLst xmlns:a="http://schemas.openxmlformats.org/drawingml/2006/main">
              <a:ext uri="{FF2B5EF4-FFF2-40B4-BE49-F238E27FC236}">
                <a16:creationId xmlns:a16="http://schemas.microsoft.com/office/drawing/2014/main" id="{04FFB722-3E2A-4DC8-988F-A1518626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051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final-label-4">
            <a:extLst xmlns:a="http://schemas.openxmlformats.org/drawingml/2006/main">
              <a:ext uri="{FF2B5EF4-FFF2-40B4-BE49-F238E27FC236}">
                <a16:creationId xmlns:a16="http://schemas.microsoft.com/office/drawing/2014/main" id="{6D2D05BE-29D0-468E-AE4A-C24AAB9C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623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Backup</a:t>
            </a:r>
          </a:p>
        </p:txBody>
      </p:sp>
      <p:sp>
        <p:nvSpPr>
          <p:cNvPr id="23" name="final-dot-5">
            <a:extLst xmlns:a="http://schemas.openxmlformats.org/drawingml/2006/main">
              <a:ext uri="{FF2B5EF4-FFF2-40B4-BE49-F238E27FC236}">
                <a16:creationId xmlns:a16="http://schemas.microsoft.com/office/drawing/2014/main" id="{4D6E097E-A0E2-44B9-A652-3E436AD7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809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75D"/>
          </a:solidFill>
          <a:ln xmlns:a="http://schemas.openxmlformats.org/drawingml/2006/main" w="0">
            <a:solidFill>
              <a:srgbClr val="11875D"/>
            </a:solidFill>
            <a:prstDash val="solid"/>
          </a:ln>
        </p:spPr>
      </p:sp>
      <p:sp>
        <p:nvSpPr>
          <p:cNvPr id="24" name="final-num-5">
            <a:extLst xmlns:a="http://schemas.openxmlformats.org/drawingml/2006/main">
              <a:ext uri="{FF2B5EF4-FFF2-40B4-BE49-F238E27FC236}">
                <a16:creationId xmlns:a16="http://schemas.microsoft.com/office/drawing/2014/main" id="{D4B9B211-88DB-4B17-843B-59E61C61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9051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" name="final-label-5">
            <a:extLst xmlns:a="http://schemas.openxmlformats.org/drawingml/2006/main">
              <a:ext uri="{FF2B5EF4-FFF2-40B4-BE49-F238E27FC236}">
                <a16:creationId xmlns:a16="http://schemas.microsoft.com/office/drawing/2014/main" id="{4BD507AD-4C00-46E1-9C14-52859560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5623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Восстановить</a:t>
            </a:r>
          </a:p>
        </p:txBody>
      </p:sp>
      <p:sp>
        <p:nvSpPr>
          <p:cNvPr id="26" name="final-message">
            <a:extLst xmlns:a="http://schemas.openxmlformats.org/drawingml/2006/main">
              <a:ext uri="{FF2B5EF4-FFF2-40B4-BE49-F238E27FC236}">
                <a16:creationId xmlns:a16="http://schemas.microsoft.com/office/drawing/2014/main" id="{5B3C29F5-5773-4705-B601-EA0DEC17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A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A45"/>
                </a:solidFill>
                <a:latin typeface="Arial"/>
                <a:ea typeface="Arial"/>
                <a:cs typeface="Arial"/>
              </a:rPr>
              <a:t>Если вся цепочка проходит на двух Android-устройствах без потери записей и фото — проект готов к рабочему использованию.</a:t>
            </a:r>
          </a:p>
        </p:txBody>
      </p:sp>
      <p:sp>
        <p:nvSpPr>
          <p:cNvPr id="27" name="link-← ВЕРНУТЬСЯ К РАЗДЕЛАМ">
            <a:extLst xmlns:a="http://schemas.openxmlformats.org/drawingml/2006/main">
              <a:ext uri="{FF2B5EF4-FFF2-40B4-BE49-F238E27FC236}">
                <a16:creationId xmlns:a16="http://schemas.microsoft.com/office/drawing/2014/main" id="{EE992684-63C9-4515-BF07-6F8CF332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753100"/>
            <a:ext cx="38481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9525">
            <a:solidFill>
              <a:srgbClr val="246BFD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/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a96a2d97b5b04918" action="ppaction://hlinksldjump"/>
              </a:rPr>
              <a:t>← ВЕРНУТЬСЯ К РАЗДЕЛАМ</a:t>
            </a:r>
          </a:p>
        </p:txBody>
      </p:sp>
    </p:spTree>
    <p:extLst>
      <p:ext uri="{BB962C8B-B14F-4D97-AF65-F5344CB8AC3E}">
        <p14:creationId xmlns:p14="http://schemas.microsoft.com/office/powerpoint/2010/main" val="1799710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2026-07-21T06:03:33.5540000Z</dcterms:created>
  <dcterms:modified xsi:type="dcterms:W3CDTF">2026-07-21T06:03:33.5550000Z</dcterms:modified>
</coreProperties>
</file>